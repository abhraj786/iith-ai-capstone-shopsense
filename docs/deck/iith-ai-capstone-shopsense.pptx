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LAB'S MILESTONE LIST</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audit field with a reducer</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as pure functions</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Durable checkpointer,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after the pause</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212080"/>
            <a:ext cx="11109960" cy="5943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248656"/>
            <a:ext cx="10927080" cy="548640"/>
          </a:xfrm>
          <a:prstGeom prst="rect">
            <a:avLst/>
          </a:prstGeom>
          <a:noFill/>
        </p:spPr>
        <p:txBody>
          <a:bodyPr wrap="square" lIns="45720" rIns="45720">
            <a:spAutoFit/>
          </a:bodyPr>
          <a:lstStyle/>
          <a:p>
            <a:pPr>
              <a:spcAft>
                <a:spcPts val="0"/>
              </a:spcAft>
            </a:pPr>
            <a:r>
              <a:rPr sz="1100" b="1">
                <a:solidFill>
                  <a:srgbClr val="142B4D"/>
                </a:solidFill>
                <a:latin typeface="Calibri"/>
              </a:rPr>
              <a:t>M6 in one line: </a:t>
            </a:r>
          </a:p>
          <a:p>
            <a:pPr>
              <a:spcAft>
                <a:spcPts val="0"/>
              </a:spcAft>
            </a:pPr>
            <a:r>
              <a:rPr sz="1100" b="0">
                <a:solidFill>
                  <a:srgbClr val="222B38"/>
                </a:solidFill>
                <a:latin typeface="Calibri"/>
              </a:rPr>
              <a:t>four specialist agents (Memory, Policy RAG, Order-Actions, Escalation reviewer); all tools served by an MCP server; each agent is its own trace span; same decisions as the single-agent path; 6 tests.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73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73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73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