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11,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a window or amount cannot be invented. The order's category picks the right rulebook.</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CHECKED AGAINST THE LAB'S MILESTONE LIST</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Lab item</a:t>
                      </a:r>
                    </a:p>
                  </a:txBody>
                  <a:tcPr marT="36576" marB="36576">
                    <a:solidFill>
                      <a:srgbClr val="142B4D"/>
                    </a:solidFill>
                  </a:tcPr>
                </a:tc>
                <a:tc>
                  <a:txBody>
                    <a:bodyPr wrap="square"/>
                    <a:lstStyle/>
                    <a:p>
                      <a:pPr>
                        <a:spcAft>
                          <a:spcPts val="0"/>
                        </a:spcAft>
                      </a:pPr>
                      <a:r>
                        <a:rPr sz="1050" b="1">
                          <a:solidFill>
                            <a:srgbClr val="FFFFFF"/>
                          </a:solidFill>
                          <a:latin typeface="Calibri"/>
                        </a:rPr>
                        <a:t>Here</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audit field with a reducer</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as pure functions</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Durable checkpointer,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after the pause</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548640" y="5212080"/>
            <a:ext cx="11109960" cy="5943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5248656"/>
            <a:ext cx="10927080" cy="548640"/>
          </a:xfrm>
          <a:prstGeom prst="rect">
            <a:avLst/>
          </a:prstGeom>
          <a:noFill/>
        </p:spPr>
        <p:txBody>
          <a:bodyPr wrap="square" lIns="45720" rIns="45720">
            <a:spAutoFit/>
          </a:bodyPr>
          <a:lstStyle/>
          <a:p>
            <a:pPr>
              <a:spcAft>
                <a:spcPts val="0"/>
              </a:spcAft>
            </a:pPr>
            <a:r>
              <a:rPr sz="1100" b="1">
                <a:solidFill>
                  <a:srgbClr val="142B4D"/>
                </a:solidFill>
                <a:latin typeface="Calibri"/>
              </a:rPr>
              <a:t>M6 in one line: </a:t>
            </a:r>
          </a:p>
          <a:p>
            <a:pPr>
              <a:spcAft>
                <a:spcPts val="0"/>
              </a:spcAft>
            </a:pPr>
            <a:r>
              <a:rPr sz="1100" b="0">
                <a:solidFill>
                  <a:srgbClr val="222B38"/>
                </a:solidFill>
                <a:latin typeface="Calibri"/>
              </a:rPr>
              <a:t>five stages (Triage, Memory, Policy RAG, Order-Actions, Escalation Reviewer), each limited to its own board keys. The reviewer re-checks the plan before any write and can only send it to a human. Tools run over an MCP server: same chat and email result, same queue id. 11 tests.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78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78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78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