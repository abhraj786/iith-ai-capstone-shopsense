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SQLite for who the customer is, Qdrant for what the rules are. Repeat contacts of 3 or more feed the escalation signals.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0058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rolling summary; 3+ repeat contacts escalate</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43484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70916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