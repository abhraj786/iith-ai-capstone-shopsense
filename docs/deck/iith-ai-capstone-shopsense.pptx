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20, M7 8, M8 3.</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with ticket B: the same ticket now leaves a trace. Open Langfuse: seven spans, Triage and Supervisor shown as generations with model, tokens and cost (about 0.05 cents for the ticket).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1.5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M7 complete,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M7 CHECKED LIVE, M8 STILL TO BE CHECKED AGAINST ITS LAB</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M7 verified, M8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LLM step; survive flaky tools and a dead model</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1143000"/>
          </a:xfrm>
          <a:prstGeom prst="rect">
            <a:avLst/>
          </a:prstGeom>
          <a:noFill/>
        </p:spPr>
        <p:txBody>
          <a:bodyPr wrap="square" lIns="45720" rIns="45720">
            <a:spAutoFit/>
          </a:bodyPr>
          <a:lstStyle/>
          <a:p>
            <a:pPr>
              <a:spcAft>
                <a:spcPts val="200"/>
              </a:spcAft>
            </a:pPr>
            <a:r>
              <a:rPr sz="1300" b="0">
                <a:solidFill>
                  <a:srgbClr val="222B38"/>
                </a:solidFill>
                <a:latin typeface="Calibri"/>
              </a:rPr>
              <a:t>•  LangFuse + local JSONL; Triage and Supervisor are generation spans (tokens, cost)</a:t>
            </a:r>
          </a:p>
          <a:p>
            <a:pPr>
              <a:spcAft>
                <a:spcPts val="200"/>
              </a:spcAft>
            </a:pPr>
            <a:r>
              <a:rPr sz="1300" b="0">
                <a:solidFill>
                  <a:srgbClr val="222B38"/>
                </a:solidFill>
                <a:latin typeface="Calibri"/>
              </a:rPr>
              <a:t>•  Tools: MCP first, Python failover; retry, half-open breaker, human-queue fallback. LLM down: human hand-off</a:t>
            </a:r>
          </a:p>
        </p:txBody>
      </p:sp>
      <p:sp>
        <p:nvSpPr>
          <p:cNvPr id="13" name="TextBox 12"/>
          <p:cNvSpPr txBox="1"/>
          <p:nvPr/>
        </p:nvSpPr>
        <p:spPr>
          <a:xfrm>
            <a:off x="548640" y="438912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63440"/>
            <a:ext cx="5440680" cy="914400"/>
          </a:xfrm>
          <a:prstGeom prst="rect">
            <a:avLst/>
          </a:prstGeom>
          <a:noFill/>
        </p:spPr>
        <p:txBody>
          <a:bodyPr wrap="square" lIns="45720" rIns="45720">
            <a:spAutoFit/>
          </a:bodyPr>
          <a:lstStyle/>
          <a:p>
            <a:pPr>
              <a:spcAft>
                <a:spcPts val="200"/>
              </a:spcAft>
            </a:pPr>
            <a:r>
              <a:rPr sz="1300" b="0">
                <a:solidFill>
                  <a:srgbClr val="222B38"/>
                </a:solidFill>
                <a:latin typeface="Calibri"/>
              </a:rPr>
              <a:t>•  200 seeded calls: 57% clean, then 179 clean + 21 to a human = 100% handled</a:t>
            </a:r>
          </a:p>
          <a:p>
            <a:pPr>
              <a:spcAft>
                <a:spcPts val="200"/>
              </a:spcAft>
            </a:pPr>
            <a:r>
              <a:rPr sz="1300" b="0">
                <a:solidFill>
                  <a:srgbClr val="222B38"/>
                </a:solidFill>
                <a:latin typeface="Calibri"/>
              </a:rPr>
              <a:t>•  Dead tool: 3 real calls, 7 short-circuited. Tracing +1.5 ms (per-ticket flush was +200 ms, fixed)</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93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93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93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