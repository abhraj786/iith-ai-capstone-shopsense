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9bbe554d66b40f9" /><Relationship Type="http://schemas.openxmlformats.org/officeDocument/2006/relationships/extended-properties" Target="/docProps/app.xml" Id="R353b708be01f4268" /><Relationship Type="http://schemas.openxmlformats.org/officeDocument/2006/relationships/officeDocument" Target="/ppt/presentation.xml" Id="R5ab918e5d6da4b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e1e237d85e4e14"/>
  </p:sldMasterIdLst>
  <p:notesMasterIdLst>
    <p:notesMasterId xmlns:r="http://schemas.openxmlformats.org/officeDocument/2006/relationships" r:id="R7ae3ab9b73fb43c7"/>
  </p:notesMasterIdLst>
  <p:sldIdLst>
    <p:sldId xmlns:r="http://schemas.openxmlformats.org/officeDocument/2006/relationships" id="256" r:id="R68d82965084140b6"/>
    <p:sldId xmlns:r="http://schemas.openxmlformats.org/officeDocument/2006/relationships" id="257" r:id="Rd5636e85eda241ae"/>
    <p:sldId xmlns:r="http://schemas.openxmlformats.org/officeDocument/2006/relationships" id="258" r:id="R14747780b9f44fdb"/>
    <p:sldId xmlns:r="http://schemas.openxmlformats.org/officeDocument/2006/relationships" id="259" r:id="R325a01b619a34bda"/>
    <p:sldId xmlns:r="http://schemas.openxmlformats.org/officeDocument/2006/relationships" id="260" r:id="R0e00c8e668314d1e"/>
    <p:sldId xmlns:r="http://schemas.openxmlformats.org/officeDocument/2006/relationships" id="261" r:id="R4e1e16d0dbbf4a54"/>
    <p:sldId xmlns:r="http://schemas.openxmlformats.org/officeDocument/2006/relationships" id="262" r:id="R0ff577518c4b4335"/>
    <p:sldId xmlns:r="http://schemas.openxmlformats.org/officeDocument/2006/relationships" id="263" r:id="Ra6710182d3d14cfa"/>
    <p:sldId xmlns:r="http://schemas.openxmlformats.org/officeDocument/2006/relationships" id="264" r:id="R8cfd597130804e7c"/>
    <p:sldId xmlns:r="http://schemas.openxmlformats.org/officeDocument/2006/relationships" id="265" r:id="R8deed88a4b3c4b31"/>
    <p:sldId xmlns:r="http://schemas.openxmlformats.org/officeDocument/2006/relationships" id="266" r:id="R071661eee12d4ffb"/>
    <p:sldId xmlns:r="http://schemas.openxmlformats.org/officeDocument/2006/relationships" id="267" r:id="Rabb21e618ef4474f"/>
    <p:sldId xmlns:r="http://schemas.openxmlformats.org/officeDocument/2006/relationships" id="268" r:id="R5e54f909c4794f5e"/>
    <p:sldId xmlns:r="http://schemas.openxmlformats.org/officeDocument/2006/relationships" id="269" r:id="R4178c16a1abb41e0"/>
    <p:sldId xmlns:r="http://schemas.openxmlformats.org/officeDocument/2006/relationships" id="270" r:id="R920fb36bd58f4b90"/>
    <p:sldId xmlns:r="http://schemas.openxmlformats.org/officeDocument/2006/relationships" id="271" r:id="R7ca25e1b20924a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5b7bd8aa024567" /><Relationship Type="http://schemas.openxmlformats.org/officeDocument/2006/relationships/slideMaster" Target="/ppt/slideMasters/slideMaster1.xml" Id="R9de1e237d85e4e14" /><Relationship Type="http://schemas.openxmlformats.org/officeDocument/2006/relationships/notesMaster" Target="/ppt/notesMasters/notesMaster1.xml" Id="R7ae3ab9b73fb43c7" /><Relationship Type="http://schemas.openxmlformats.org/officeDocument/2006/relationships/presProps" Target="/ppt/presProps.xml" Id="R91b44c7c5577444e" /><Relationship Type="http://schemas.openxmlformats.org/officeDocument/2006/relationships/tableStyles" Target="/ppt/tableStyles.xml" Id="R9f7e3b5752424356" /><Relationship Type="http://schemas.openxmlformats.org/officeDocument/2006/relationships/slide" Target="/ppt/slides/slide1.xml" Id="R68d82965084140b6" /><Relationship Type="http://schemas.openxmlformats.org/officeDocument/2006/relationships/slide" Target="/ppt/slides/slide2.xml" Id="Rd5636e85eda241ae" /><Relationship Type="http://schemas.openxmlformats.org/officeDocument/2006/relationships/slide" Target="/ppt/slides/slide3.xml" Id="R14747780b9f44fdb" /><Relationship Type="http://schemas.openxmlformats.org/officeDocument/2006/relationships/slide" Target="/ppt/slides/slide4.xml" Id="R325a01b619a34bda" /><Relationship Type="http://schemas.openxmlformats.org/officeDocument/2006/relationships/slide" Target="/ppt/slides/slide5.xml" Id="R0e00c8e668314d1e" /><Relationship Type="http://schemas.openxmlformats.org/officeDocument/2006/relationships/slide" Target="/ppt/slides/slide6.xml" Id="R4e1e16d0dbbf4a54" /><Relationship Type="http://schemas.openxmlformats.org/officeDocument/2006/relationships/slide" Target="/ppt/slides/slide7.xml" Id="R0ff577518c4b4335" /><Relationship Type="http://schemas.openxmlformats.org/officeDocument/2006/relationships/slide" Target="/ppt/slides/slide8.xml" Id="Ra6710182d3d14cfa" /><Relationship Type="http://schemas.openxmlformats.org/officeDocument/2006/relationships/slide" Target="/ppt/slides/slide9.xml" Id="R8cfd597130804e7c" /><Relationship Type="http://schemas.openxmlformats.org/officeDocument/2006/relationships/slide" Target="/ppt/slides/slide10.xml" Id="R8deed88a4b3c4b31" /><Relationship Type="http://schemas.openxmlformats.org/officeDocument/2006/relationships/slide" Target="/ppt/slides/slide11.xml" Id="R071661eee12d4ffb" /><Relationship Type="http://schemas.openxmlformats.org/officeDocument/2006/relationships/slide" Target="/ppt/slides/slide12.xml" Id="Rabb21e618ef4474f" /><Relationship Type="http://schemas.openxmlformats.org/officeDocument/2006/relationships/slide" Target="/ppt/slides/slide13.xml" Id="R5e54f909c4794f5e" /><Relationship Type="http://schemas.openxmlformats.org/officeDocument/2006/relationships/slide" Target="/ppt/slides/slide14.xml" Id="R4178c16a1abb41e0" /><Relationship Type="http://schemas.openxmlformats.org/officeDocument/2006/relationships/slide" Target="/ppt/slides/slide15.xml" Id="R920fb36bd58f4b90" /><Relationship Type="http://schemas.openxmlformats.org/officeDocument/2006/relationships/slide" Target="/ppt/slides/slide16.xml" Id="R7ca25e1b20924a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63c927354846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2e6dfa5b5534e07" /><Relationship Type="http://schemas.openxmlformats.org/officeDocument/2006/relationships/notesMaster" Target="/ppt/notesMasters/notesMaster1.xml" Id="Ra5c0140b81714e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242e99d9694cb9" /><Relationship Type="http://schemas.openxmlformats.org/officeDocument/2006/relationships/notesMaster" Target="/ppt/notesMasters/notesMaster1.xml" Id="R4ded66c817ec46e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4ec891fafb4393" /><Relationship Type="http://schemas.openxmlformats.org/officeDocument/2006/relationships/notesMaster" Target="/ppt/notesMasters/notesMaster1.xml" Id="Rf2890bc5ac354b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c99ffdb1fea4f6f" /><Relationship Type="http://schemas.openxmlformats.org/officeDocument/2006/relationships/notesMaster" Target="/ppt/notesMasters/notesMaster1.xml" Id="Rccec3591410940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ccce9d2941477b" /><Relationship Type="http://schemas.openxmlformats.org/officeDocument/2006/relationships/notesMaster" Target="/ppt/notesMasters/notesMaster1.xml" Id="R60c09c8a379245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94bef57966481a" /><Relationship Type="http://schemas.openxmlformats.org/officeDocument/2006/relationships/notesMaster" Target="/ppt/notesMasters/notesMaster1.xml" Id="R7e1c896b85814a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fa83a6cd0c4e99" /><Relationship Type="http://schemas.openxmlformats.org/officeDocument/2006/relationships/notesMaster" Target="/ppt/notesMasters/notesMaster1.xml" Id="Rbf95ca65ffb144c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d3a66bae654b6b" /><Relationship Type="http://schemas.openxmlformats.org/officeDocument/2006/relationships/notesMaster" Target="/ppt/notesMasters/notesMaster1.xml" Id="R17dbb810177e453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fcc2d70ff804447" /><Relationship Type="http://schemas.openxmlformats.org/officeDocument/2006/relationships/notesMaster" Target="/ppt/notesMasters/notesMaster1.xml" Id="R312beaf615fd4d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586fd62907d4a14" /><Relationship Type="http://schemas.openxmlformats.org/officeDocument/2006/relationships/notesMaster" Target="/ppt/notesMasters/notesMaster1.xml" Id="R23b64016d464492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4173c3e4c9248ff" /><Relationship Type="http://schemas.openxmlformats.org/officeDocument/2006/relationships/notesMaster" Target="/ppt/notesMasters/notesMaster1.xml" Id="Ra37133a571e24b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09f5ef5c3ad4d76" /><Relationship Type="http://schemas.openxmlformats.org/officeDocument/2006/relationships/notesMaster" Target="/ppt/notesMasters/notesMaster1.xml" Id="R2e5952f288cb41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84fa2909764352" /><Relationship Type="http://schemas.openxmlformats.org/officeDocument/2006/relationships/notesMaster" Target="/ppt/notesMasters/notesMaster1.xml" Id="R5ced9bb7a28d43f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04e244e70bb40e6" /><Relationship Type="http://schemas.openxmlformats.org/officeDocument/2006/relationships/notesMaster" Target="/ppt/notesMasters/notesMaster1.xml" Id="R037a2bcf0c9e452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3e6a7994f8424c" /><Relationship Type="http://schemas.openxmlformats.org/officeDocument/2006/relationships/notesMaster" Target="/ppt/notesMasters/notesMaster1.xml" Id="Rcc5ba0cc783f48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babd105610a456e" /><Relationship Type="http://schemas.openxmlformats.org/officeDocument/2006/relationships/notesMaster" Target="/ppt/notesMasters/notesMaster1.xml" Id="R8e6131e957264d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056251918a442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ea525c6b61475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4f1bf9a99d48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b5ff8236ed4f1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ec90c9b1d44a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aaa2bf765492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3CDD2DF-7F62-413C-8331-DB5CA6793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C85190E-E83E-40CC-B470-0BDF6D6CAA7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9499AB9-6B43-481D-AF89-11A2F6F829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E27C96-401F-49CA-B3A2-CDDCF1BBAE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1B7B6F-23AE-4662-8DF8-A4347A414E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4275398-6691-4F9D-AEAC-120C24DEC2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0B4B1A7-D82F-426A-9824-F4B9FEACF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2FB04C2-E31E-4157-93C7-4C316A11AD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0F5876D-6647-4F04-BC09-344E67B30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2CDDAB3-20E4-429B-96FA-5FD90BC6DD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ee5c7373594840" /><Relationship Type="http://schemas.openxmlformats.org/officeDocument/2006/relationships/slideLayout" Target="/ppt/slideLayouts/slideLayout1.xml" Id="Rf90a97c2bfb54caf" /><Relationship Type="http://schemas.openxmlformats.org/officeDocument/2006/relationships/slideLayout" Target="/ppt/slideLayouts/slideLayout2.xml" Id="Rff3a1093b6994346" /><Relationship Type="http://schemas.openxmlformats.org/officeDocument/2006/relationships/slideLayout" Target="/ppt/slideLayouts/slideLayout3.xml" Id="R36d75efcce3840cb" /><Relationship Type="http://schemas.openxmlformats.org/officeDocument/2006/relationships/slideLayout" Target="/ppt/slideLayouts/slideLayout4.xml" Id="R6157a0d11e7943af" /><Relationship Type="http://schemas.openxmlformats.org/officeDocument/2006/relationships/slideLayout" Target="/ppt/slideLayouts/slideLayout5.xml" Id="Rf267f7c3348848c7" /><Relationship Type="http://schemas.openxmlformats.org/officeDocument/2006/relationships/slideLayout" Target="/ppt/slideLayouts/slideLayout6.xml" Id="Rd9353c0618614c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90a97c2bfb54caf"/>
    <p:sldLayoutId xmlns:r="http://schemas.openxmlformats.org/officeDocument/2006/relationships" id="2147483650" r:id="Rff3a1093b6994346"/>
    <p:sldLayoutId xmlns:r="http://schemas.openxmlformats.org/officeDocument/2006/relationships" id="2147483651" r:id="R36d75efcce3840cb"/>
    <p:sldLayoutId xmlns:r="http://schemas.openxmlformats.org/officeDocument/2006/relationships" id="2147483652" r:id="R6157a0d11e7943af"/>
    <p:sldLayoutId xmlns:r="http://schemas.openxmlformats.org/officeDocument/2006/relationships" id="2147483653" r:id="Rf267f7c3348848c7"/>
    <p:sldLayoutId xmlns:r="http://schemas.openxmlformats.org/officeDocument/2006/relationships" id="2147483654" r:id="Rd9353c0618614c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5537b533e04fc3" /><Relationship Type="http://schemas.openxmlformats.org/officeDocument/2006/relationships/notesSlide" Target="/ppt/notesSlides/notesSlide1.xml" Id="R3fb30a810de142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0d29e5d52a45af" /><Relationship Type="http://schemas.openxmlformats.org/officeDocument/2006/relationships/notesSlide" Target="/ppt/notesSlides/notesSlide2.xml" Id="R265c21b2455947a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c7881df5c548cb" /><Relationship Type="http://schemas.openxmlformats.org/officeDocument/2006/relationships/notesSlide" Target="/ppt/notesSlides/notesSlide3.xml" Id="Rfc7c8211aead41b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49edf32dba4420" /><Relationship Type="http://schemas.openxmlformats.org/officeDocument/2006/relationships/notesSlide" Target="/ppt/notesSlides/notesSlide4.xml" Id="Rf8d4a188277f4b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f9e6029f834523" /><Relationship Type="http://schemas.openxmlformats.org/officeDocument/2006/relationships/notesSlide" Target="/ppt/notesSlides/notesSlide5.xml" Id="Rd6b12e9d2e7742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034a24892a47ef" /><Relationship Type="http://schemas.openxmlformats.org/officeDocument/2006/relationships/notesSlide" Target="/ppt/notesSlides/notesSlide6.xml" Id="R6bb62181944e49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f9f40d0cbe4b81" /><Relationship Type="http://schemas.openxmlformats.org/officeDocument/2006/relationships/notesSlide" Target="/ppt/notesSlides/notesSlide7.xml" Id="Raca00c223d9847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fee5fdf7d64c69" /><Relationship Type="http://schemas.openxmlformats.org/officeDocument/2006/relationships/notesSlide" Target="/ppt/notesSlides/notesSlide8.xml" Id="R0f31e9e09fd447e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f5f9c1caab45b2" /><Relationship Type="http://schemas.openxmlformats.org/officeDocument/2006/relationships/notesSlide" Target="/ppt/notesSlides/notesSlide9.xml" Id="R4e647e04e56b41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5b39032597436a" /><Relationship Type="http://schemas.openxmlformats.org/officeDocument/2006/relationships/notesSlide" Target="/ppt/notesSlides/notesSlide10.xml" Id="Rc6045b3b18c8493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3148ba36694263" /><Relationship Type="http://schemas.openxmlformats.org/officeDocument/2006/relationships/notesSlide" Target="/ppt/notesSlides/notesSlide11.xml" Id="Rbe97d7be5b5c49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e9ff67ee344425" /><Relationship Type="http://schemas.openxmlformats.org/officeDocument/2006/relationships/notesSlide" Target="/ppt/notesSlides/notesSlide12.xml" Id="Rd92a87668b9345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4d994724a7d46e2" /><Relationship Type="http://schemas.openxmlformats.org/officeDocument/2006/relationships/notesSlide" Target="/ppt/notesSlides/notesSlide13.xml" Id="R307d840ae37c41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420ecfcb4649c8" /><Relationship Type="http://schemas.openxmlformats.org/officeDocument/2006/relationships/notesSlide" Target="/ppt/notesSlides/notesSlide14.xml" Id="R7c244d43d3f4484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094ab4b9bb14d21" /><Relationship Type="http://schemas.openxmlformats.org/officeDocument/2006/relationships/notesSlide" Target="/ppt/notesSlides/notesSlide15.xml" Id="Rda0e76feef574a1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2f17351ab34c35" /><Relationship Type="http://schemas.openxmlformats.org/officeDocument/2006/relationships/notesSlide" Target="/ppt/notesSlides/notesSlide16.xml" Id="R469098cefab9461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1ADED-2991-4634-B4F7-2F8C66B0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F78509-C156-42CE-BDC6-8B43B9FB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99802-CF18-4368-9671-DC1289EA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132AF3-A1E8-4FC9-93B6-53087296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59F76-3798-4865-9E8E-8C843789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8FA0A5-D509-41DF-9F51-09FD4F76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F3832-D2D2-4F39-9D1C-B9E3DADA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07B01-2DBD-4AE3-A233-E64CBC58F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Multi-agent team with MCP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AE18EC-80AC-43EE-85F1-77B79C3E8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9012F-306C-4548-9214-9D7A1608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7729522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57ACD4-FB37-4732-B756-455F87C7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80E8C-A993-4EC6-AE28-5E45330D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6952D-21BF-4E0E-A6C3-B6D91797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120F6-46AE-4E57-B311-F9245ACB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B8034F-7400-48A7-AC00-D6D5B20E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7B41F-71F3-4477-8438-BABAF6E3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EFFDC-0E82-456F-95AC-D57615F5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3C717F-AE9E-46CC-B1ED-793505AB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686B12-65C8-45F4-98F1-6FB0B732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D01F4-85BB-4825-B706-3C167FD6B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460B89-6FCD-4F92-B262-09927E3A0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990350-4E1E-4E9A-8361-0A219624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C2A70-98FA-405A-BAB6-3C422426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81E2D-D6C8-4EE1-883F-BB34A1CD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F677C3-DEDE-4FEF-AC3F-9DBF77C43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DE0B13-4B6D-4DB2-ABA6-B53B966E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48BF0B-F2AF-423B-89C9-6D8AF64C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0E835-D945-42A4-B862-08A9F04E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B4B972-4799-4F2B-80DF-666E424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5CDC7-A1BE-4920-B5DD-BD2E4D11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F945C7-6F53-4FD2-A95C-565C9245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90292E-FC26-4B22-8E88-FBC8C038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A4823C-C4F8-4298-8CD2-CEFC8D20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5202F1-D091-45E0-A618-BDE9E2FE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FD309C-466C-407A-BEAD-08651915D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4BBFD7-C96F-42B3-9FD4-0D0B4B45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F88792-8B5B-45D7-A485-E8698C55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39BA07-E95C-4910-9B7F-8C715F36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1BCE3F-38ED-4136-9153-D5B42EC9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2032165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80EF77-1D86-4A8E-B4C1-45192074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1923C-5130-4C2C-ACE4-52F75DAF7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23EF9-5FAE-4C29-8085-979C9368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EC50F-F10F-4270-ACB2-B9433691F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19C58-0A6E-42A9-89F0-7E5682AF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636CB-C5AA-4A03-A1DB-3139FF5B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F546A-237B-4EC1-8EA5-A7E68883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71F267-AD87-4A58-8A10-19762E572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373407-BF44-4B71-A1C8-B14CBD9E9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B5A6F-B3B3-4039-A427-DEA1AF67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6257D-521E-4D42-BB03-6A0A4B09D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412381-62B2-41C7-8BC4-ABCB3BA2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E0D70-60D3-4464-B5CC-60E0DA386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61C5D6-5BF7-4296-9618-966DF9C6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FCD86-E6F2-4582-986A-82B0C339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35818-F9C0-4FFF-A717-A7D818A43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B124A-36E5-4BAD-8180-C60CA91AE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4D0FC8-726B-4EC8-8E15-73E28165C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BC25E-84E8-417F-95BB-F2A7651A6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E8E84D-44A8-4E45-9855-472273FE0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A88FAB-D345-4162-9FCB-8E45AD07E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F64756-74F9-4FE7-B384-4B9A2D0F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59BE44-C2C6-42E1-90C1-E4DD127B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FCA9F21-DED5-49CC-A712-31292A97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7331148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AC0FDD-2B64-476C-8622-BAEF4636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D9280-E1F6-4C65-ABA9-5DEDEE753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4BF46-E7DA-494C-86A3-F10E1F1F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9A8FF-3D38-4279-B134-B6C28D38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E9FC-9855-4D4B-A906-1375C767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23A8B-7FCB-40F6-9D45-582B93EA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B47F9F-CF5A-48B3-83A4-C3640B70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85E931-6C41-4307-A957-D5E12F3F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584E7C-0200-4752-98A2-95D1F1A2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A63702-E973-4C04-897C-2F4BC83B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0832F5-806F-43F0-9C99-3FC35136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E8737-7DD2-43B3-B0F9-82280ADFB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F4B4F-A29A-43FE-9C5B-6DF3424A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825F87-76A6-426C-B7C8-D6A9F0EF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EC6787-58F7-47BD-8442-23B2D4B2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181D9A-B14C-4B1F-9414-416E1043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F7621C-453C-4C25-A074-A56EAF83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8D6D52-D339-48D2-B902-7ED48C67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857262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A1D2EA-6EB8-4A2E-930D-26E761DB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4AC22-A7B8-4676-AA4B-7A96B830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CEC605-6ECE-4A56-9FEF-5BDF4F1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FC26D-2479-4A97-A139-FFD3B8DD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B4959-6CD3-4E9D-8646-122C5D2E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283D8D-25B3-4EFC-BF84-2B89D2D6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60BBA-0A3D-4FFE-92B4-19D18460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B7CE3-F9DD-4B3C-8156-5C4447F0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B8176E-E9DD-4FAC-B529-70EC45C1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560A55-5612-429E-A76B-55BA6580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75A47F-BB45-4498-8A97-BA133EA6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E76C6B-8CBA-47E5-B0F9-84357833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0D3120-472A-47C7-9E7B-4F25E5B8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10ABBB-B96D-4B9A-AD9C-F16700F2B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3CC0D-5589-4DA2-A1BA-2847432D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0C56E-2ACB-4A51-ACB9-41843E6E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A74234-C613-4575-BA2A-90C6FDB5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39B84C-0F59-41D9-B077-5EF65424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E409FD-DEF0-4DCA-8383-9EA3DF25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EB6A27-0AC6-46A0-BAB8-7331CF3ED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56849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52DC80-A22F-4232-A588-EB8099CAA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40C653-E071-4D00-A870-F361F7C9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1E641-B479-45E7-80CB-306F7BBE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A4CED-2188-4064-BB58-B672AA22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D28724-14F0-4058-A95A-50D13DE9F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C0CD6-D9CC-441F-A075-208D48B1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D99218-4F4C-4F9F-9049-19FAC2E2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15C085-B428-4A94-BA89-BF68E6F33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A753C-C13A-4625-9660-BFFFC8BAE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6A92CF-365A-420D-8890-74ECF6C1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CAF77-2C67-4A4A-AB8E-697FD0047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219C0-3658-4A10-99B5-9A3D083C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BDBD45-AA2A-4DD1-A178-1BCDBA44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EB112F-F7DE-417F-8599-AB6FF847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4C5BC7-E8C8-4F5D-BFB9-5FCF9686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7D642B-B514-43AA-90D3-E0E43B43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D5E0DE-9EA1-49A5-A370-A6F8A3BBB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B940A5-FA44-4D57-99FD-128D275C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C8C09-B47E-43E1-9814-A28AAEE9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ED544E-BDCE-47F6-962B-9DB4CF21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2587573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6EDB9D-80CB-4F3F-9885-2FB336A9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CA79FC-4714-4DFF-9E80-8E17762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8297E-B8A7-4A03-BD96-C9899CA5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CAD6C2-39FA-4CDE-94D6-BA5A931E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EBA4A-549E-43BB-9539-79E6741C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5FD10D-BE1E-4398-81B4-4C3005C4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397F8-CB95-4E6D-997A-86A67162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375934-B8F3-4620-8F2B-1FDEF1208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75F70F-8697-4E74-A7E9-9AA6C8BE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2B61C-7A1D-4EB5-BF32-4DEE9DB1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79B8D2-8698-4E92-A967-99A28BBF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DFF9D-F596-43D7-8524-F36396A1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030D3-92B1-4E32-9B86-10DE8BF8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BFD8A9-971B-4D28-8F92-83EDF634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B8491C-FC33-4C70-9D00-A15D14C1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FB55EC-2DE9-42C1-9A91-BEDB5FE49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184311-9885-4607-9E85-4FE574C7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841B4F-5568-4DE0-A771-6623E182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7F7EDE-A18E-463A-810C-2890A217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17028597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D0A936-6426-4287-A690-FA2613A1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4A9BC-BC28-4F4C-A207-31DBBAB3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79F0F-E7D6-441E-BE08-A8EEF881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AA0F3E-D511-43D8-A286-77095534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A2196-1B82-4E3D-9E76-18F03B4A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C5955F-0FB4-4254-A95C-63A5BE58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9C692-97A8-4842-969F-F5EA44F0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94FBB5-E6E9-481A-8A3D-CBDBC3F1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F59E9E-F666-4DEA-BFF1-3C67D3F19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8A75F-7184-4D0B-9BDC-810EB6A8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AF124-49EC-4846-9F64-323C1883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4338EA-2508-41FD-97E5-ADA2E580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8D6EFD-BC9E-491D-A927-2D8E1876D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03BE1F-2A97-4BFA-A1B7-AEEF51FA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DEF40A-374F-4B6A-8AD8-F8F5CE83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5973486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58B0F4-075C-47A6-819C-A59E34E5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227EA0-FAEC-41C6-87A5-8E8D7CFF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DC912-5E72-4543-B1F2-4BA20978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A8FB9-1BD1-40DC-9CBE-403DA44E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B79254-1638-4E85-9D17-1CD7BABF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04F56D-A405-497C-A373-4F2C9C6A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836FFD-2790-4EA6-B979-3FA7C408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CD77E9-040E-414E-966D-715CBF89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A506A-0F2C-47B6-9032-E64608F20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B7032-CA1D-4CED-B327-9BC42219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E07E9C-31EC-4507-BC7A-1EA87BEE7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0B490-9EA2-469A-A216-8DD1045A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62AF1-5DEF-4270-8906-26746CFA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CC83C6-8306-4A7C-B54B-AA6DC3DC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28752A-F819-4C86-BC48-84C38ECD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E6FAC-9A69-4FE1-AD6B-192F218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A23C2-3DD5-482B-8CC1-4137D31C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7BB4A4-87B0-4C1E-898D-6D61F30D7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43C495-BA63-4ECC-9EEF-FBF8A53C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F26D38-72A3-42D0-A760-56FE0D15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19199347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30BEB-3C36-4BA5-BA2C-067E46D8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441BE-8629-4C1C-A345-9BC7B4BC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6AEE4-B8C3-4432-9FD8-E2FDB3A7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B6C6C2-95D5-4CEA-B24A-A2DF3543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77EE58-E611-4A16-A8C7-6A9315B8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ADD24C-87DD-4FFD-853B-BF90EDC43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AD0F83-3AB7-490A-B16B-3FD10411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25E97-A725-4844-8758-54918E96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D43C1-AE06-459A-B07C-EAFFEE16D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DFCBE5-F7CC-4D35-A072-834E3CA0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9473A-BA8E-4DBA-8175-E1692B88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00B190-FBAB-4CF0-9F49-17BAECC99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CC993-B8CA-42CB-BD99-DF9E3F56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B2A27-A515-4F68-BB76-CED6C0039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B1F639-5B73-4878-BAF0-2C3410B8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D4BF1F-B48E-47E3-BDDA-7C4FA9CC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75799C-E250-4A40-A258-11476095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3856E-3A97-40E8-BD79-F969B556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9A7BB-3D98-4E31-A159-BB11DE72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7BD798-E67C-493A-A0F0-7CBEAA8C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10165621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5133A4-A927-468D-8C8A-8957092E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F3E54-FC6F-428E-89D1-D655B57B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ED5A7-F8A9-46C7-A9BB-682C9C60C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CA19BB-378F-4EF0-9A0F-DD40B2E16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03C18-38DA-4726-8854-41DAA511F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741FB0-85A8-4C76-AB89-3F7BBD89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02843-96B9-47F9-B48E-813A5652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3717C-A695-416E-913F-0D000AEA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52D99-E6AF-411C-B5FF-B8CFC98D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333F20-8462-496D-9B65-86DF108D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DF2302-4912-4727-86A8-320F0802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CFDA6B-1009-43DC-85F2-E8A0448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9818DF-0254-4154-B108-46B6B9CB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9E6BD-2AAF-44BF-A1EB-ABF15A6D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9B0D46-B68E-4FE7-B718-D7820178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588045-3A72-431D-9FBB-701A3064F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474067-DF54-4E16-B7A7-83124303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BD420E-EE52-400D-9065-DDDBE128E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92390-9501-41B7-A458-7CC1E2AF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F260F9-1E78-44E5-A323-6530E9CC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9769456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921140-1454-4DE9-9664-D403FDB8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F0C809-CE7C-42BF-A7D6-BE3095852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1C781-36B8-4C28-B42C-F595A690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1F5D69-95A4-4D94-8819-3B8A8215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49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D504A3-6C2F-4A1F-8A3E-CE16874A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59A035-655F-4A83-B104-A0F330E2D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289108-F893-4E18-A6F2-27A7CC0C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68C27F-65EC-48D0-B159-C634A17A6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B8940F-E878-452F-A996-E02426BC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933FD-9896-4CC0-A394-12AAE8044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0B49B7-69DF-45B1-B440-1B1FC16F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M1 holdout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CC7814-2508-463B-B226-EF2CA88D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Parsed tickets in latest report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006339-140F-4840-ACB4-7F0641DF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115E8-5D4D-4F6E-A5F9-6A2B2E50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DB4E9C-555F-4AEB-8541-869CA9D2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1ABE88-901E-4720-AC91-AD56B47E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70B3E5-8893-4F49-A2AE-A806FCC8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4D9E2C-1E43-4520-BD5B-C01B7762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C64FE4-9B33-49AD-AB3D-492DCCA4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DF671A-C8AA-47A6-B29B-137E6EC9B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8857173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BBAA06-0F4D-4523-8F10-E2F05422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0D8DBD-312E-466A-BB31-761F72AF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20BAC-D46C-4C46-8B2E-2C04A1D89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F5F30-C2F6-4099-897B-4E4089B5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50C9B5-2141-48EB-B3CA-C5E18186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99E715-CFAC-41C3-9CE3-F13CFB85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97BF8-8E06-44C3-93D3-33B2DB5F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`policy_agent.py`, `team/multi_agent.py`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279BC-828F-4BE7-BBAD-0A284BE5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0DE954-FAB4-468F-9E43-9E02B6E9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97804F-2EA8-48A2-A86D-1032CE59C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73059-D972-433F-9013-41CFD7B18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A3BFE-6093-4C6C-AE9B-80119E9D5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BF45DF-3BAF-4BB4-898A-4203C65D9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541EE-36E2-4C46-AF2F-C72B48BD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2FB2E9-E92F-4096-8E14-9FEB4D10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C091CA-2C3D-4E8B-82AF-2298967D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6147E1-F463-483E-8DE0-11CEE212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D3E848-1F01-410E-873D-D588D038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ED3461-2E11-4D3F-AFFC-07D29B5C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A4E41C-348C-4EFC-A009-55AAAC2F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3AA035-D7D9-4F47-B567-AEFCC5C2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AA3D2-AB41-48DF-84FF-DECDE58C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9337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Workbench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783E02-EBB8-4240-99F7-CDEB9F4D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3850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Browser UI displays M1-M5 paths; M6 adds a testable team/API boundary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9BF4C3-D060-424A-9C23-F492AC1D4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A12BA8-9A39-4BF2-A206-A3F61409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C0C210-95E3-481F-9CC3-D4DC6620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957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Remote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85AE96-5499-4ABE-9DA6-03A66B7A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4005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github.com/abhraj786/iith-ai-capstone-shopsense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849BEE-18B5-4CD0-BF82-66F6F72C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201347326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8B73C3-1959-489A-B062-BFE354C0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1F26C8-96E7-416A-BBE8-70ABE0C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F6B801-3147-46AB-9475-1BFCF308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85DA81-7970-4616-8B60-E8126E944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52D21C-9D4B-4131-8020-2B6EDD4F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320AB-6EB1-4B86-A9D1-4B851B01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1F60D-A855-4E6E-9EC8-9EACFCF5C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EA2187-F228-4D2C-B780-BAB217E5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095CD8-5047-4A28-BD9C-AD24743D7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15180D-A501-45E8-B9DC-37E3C7735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BF12C0-243D-4330-BF0E-22AD6FD0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C2472-D9CF-4701-93E6-A900E78B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F728A6-5E4E-4FE2-9C67-6ADDD6B4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54DAA-95DA-43A5-BD33-66CB8893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BB60F5-B132-47EE-901E-BA1E3DEE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D4EBEE-A9A5-4A6A-BC2D-D4704A32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D4829A-75FB-4769-8831-5E3CEF1E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3E9122-FFE6-4493-9FC5-8F5F1BE5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61532E-B219-4EC7-9D5F-F718B450D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AAEF75-643E-4130-A65B-0F89BE32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37FBCB-8239-4864-A259-926FBD408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E4255F-77F5-4B0D-8EB4-2A14366B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13070548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23709B-593B-4BBB-B2CE-E78FA383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D5DC5C-C27A-4DC8-A11B-B90F2A44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19A3F7-3AB9-4922-A7FA-AE44B81A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2DB61-827F-424E-AEE8-2494C253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6658F-DE75-478E-81A8-2C34CEEB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9D92EF-2CEC-49FC-A920-FAC818E6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Team 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89B8B-0E28-466B-A4DE-4749BFC4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Memory, Policy RAG, Order-Actions and Escalation Reviewer agents expose clear ownership.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94EC1-15DF-4000-8BFF-874ECC0E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B68C7-917F-4EBC-9E80-A2CCF68C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0893DB-4863-4C44-8B45-40479CDB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server/client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B102F-7E25-44BF-BFD7-7F40D6F47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are exposed through MCP; the team can invoke them over stdio, not only by direct Python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4DB58-7DD4-49BB-89EB-D088F0F8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keeps the working M5 spine, but makes the agent roles and tool boundary visible for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53B37-0E4F-40B6-8439-78BC5F0C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Tests verify MCP discovery/invocation, scoped order access, legal escalation and shared chat/email tooling.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ED9EFE-54B5-476F-BE04-A83D6700A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14017223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DF372-EDA3-4D6F-856E-354D04549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6719B-4DE1-46A0-AC36-A64390637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Next milestone: M7 tracing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9553FE-08C5-4D1B-984B-5A3339A6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3B7AF-951B-4811-9BA0-AFC0CDE9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629C2C-2DB9-46CA-BEA4-162F1147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0229A9-D269-4EFA-B0AA-FCF5BC6BE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Expected M7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39FF58-59BE-41FD-9B7B-8B896CE0F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Add LangFuse tracing for ticket-resolution flows and reliability hardening around flaky order APIs.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3D079-395E-4DA0-BE82-F1443DF6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B3A23-E772-45EF-A6BD-9427986B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3B793-191B-4761-A7EF-B40FBB28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AD209-F344-4B08-95F1-CFA58C6E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Retries, fallbacks to human queue and a circuit breaker can wrap the same MCP/mock API tool boundary.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658559-E0E3-47AB-B977-8764D626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gives us clean tool edges. M7 can trace each agent/tool call and harden failures without changing business rules.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160B9C-F5FC-40D2-9C98-2EBD8C557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The evaluator can now inspect both role-level outputs and MCP-exposed tool behavior.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98F5D-A6E2-4033-A622-98635417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16</a:t>
            </a:r>
          </a:p>
        </p:txBody>
      </p:sp>
    </p:spTree>
    <p:extLst>
      <p:ext uri="{BB962C8B-B14F-4D97-AF65-F5344CB8AC3E}">
        <p14:creationId xmlns:p14="http://schemas.microsoft.com/office/powerpoint/2010/main" val="13263213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2026-10-12T12:30:51.7210000Z</dcterms:created>
  <dcterms:modified xsi:type="dcterms:W3CDTF">2026-10-12T12:30:51.7210000Z</dcterms:modified>
</coreProperties>
</file>