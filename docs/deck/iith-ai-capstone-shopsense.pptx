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a JSON file per customer for who they are and what happened before, Qdrant for what the rules are. Memory is recorded and shown with each answer; it does not change the decision. Repeat-contact escalation comes from the contact_number in the ticket (3 or more), recomputed by code.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371600"/>
          </a:xfrm>
          <a:prstGeom prst="rect">
            <a:avLst/>
          </a:prstGeom>
          <a:noFill/>
        </p:spPr>
        <p:txBody>
          <a:bodyPr wrap="square" lIns="45720" rIns="45720">
            <a:spAutoFit/>
          </a:bodyPr>
          <a:lstStyle/>
          <a:p>
            <a:pPr>
              <a:spcAft>
                <a:spcPts val="200"/>
              </a:spcAft>
            </a:pPr>
            <a:r>
              <a:rPr sz="1300" b="0">
                <a:solidFill>
                  <a:srgbClr val="222B38"/>
                </a:solidFill>
                <a:latin typeface="Calibri"/>
              </a:rPr>
              <a:t>•  JSON file per customer: tickets, actions, rolling summary</a:t>
            </a:r>
          </a:p>
          <a:p>
            <a:pPr>
              <a:spcAft>
                <a:spcPts val="200"/>
              </a:spcAft>
            </a:pPr>
            <a:r>
              <a:rPr sz="1300" b="0">
                <a:solidFill>
                  <a:srgbClr val="222B38"/>
                </a:solidFill>
                <a:latin typeface="Calibri"/>
              </a:rPr>
              <a:t>•  Recorded after each ticket; the repeat flag (3+) comes from the ticket itself</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80060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507492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5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