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ebce61b3d847a9" /><Relationship Type="http://schemas.openxmlformats.org/officeDocument/2006/relationships/extended-properties" Target="/docProps/app.xml" Id="R9998e777d9114140" /><Relationship Type="http://schemas.openxmlformats.org/officeDocument/2006/relationships/officeDocument" Target="/ppt/presentation.xml" Id="R557f2210965444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bad44c3ff34017"/>
  </p:sldMasterIdLst>
  <p:notesMasterIdLst>
    <p:notesMasterId xmlns:r="http://schemas.openxmlformats.org/officeDocument/2006/relationships" r:id="Rbc1ab6337f884655"/>
  </p:notesMasterIdLst>
  <p:sldIdLst>
    <p:sldId xmlns:r="http://schemas.openxmlformats.org/officeDocument/2006/relationships" id="256" r:id="Re20d7314258c4a1f"/>
    <p:sldId xmlns:r="http://schemas.openxmlformats.org/officeDocument/2006/relationships" id="257" r:id="Rb6bbe71a830943bc"/>
    <p:sldId xmlns:r="http://schemas.openxmlformats.org/officeDocument/2006/relationships" id="258" r:id="Rdea783f6e56e467f"/>
    <p:sldId xmlns:r="http://schemas.openxmlformats.org/officeDocument/2006/relationships" id="259" r:id="R4919e009ac704b00"/>
    <p:sldId xmlns:r="http://schemas.openxmlformats.org/officeDocument/2006/relationships" id="260" r:id="Rf4bfb2d8240f4eac"/>
    <p:sldId xmlns:r="http://schemas.openxmlformats.org/officeDocument/2006/relationships" id="261" r:id="R5da0516d0e794ad3"/>
    <p:sldId xmlns:r="http://schemas.openxmlformats.org/officeDocument/2006/relationships" id="262" r:id="R1e436450196745ce"/>
    <p:sldId xmlns:r="http://schemas.openxmlformats.org/officeDocument/2006/relationships" id="263" r:id="Rf0a1305ee5f74e29"/>
    <p:sldId xmlns:r="http://schemas.openxmlformats.org/officeDocument/2006/relationships" id="264" r:id="Rca3ef2a0614c4eb3"/>
    <p:sldId xmlns:r="http://schemas.openxmlformats.org/officeDocument/2006/relationships" id="265" r:id="Ref831cfd8bbf44a7"/>
    <p:sldId xmlns:r="http://schemas.openxmlformats.org/officeDocument/2006/relationships" id="266" r:id="R9a1d977638bb44b2"/>
    <p:sldId xmlns:r="http://schemas.openxmlformats.org/officeDocument/2006/relationships" id="267" r:id="R88d353e5fdf54a8c"/>
    <p:sldId xmlns:r="http://schemas.openxmlformats.org/officeDocument/2006/relationships" id="268" r:id="R74e34348ad26480c"/>
    <p:sldId xmlns:r="http://schemas.openxmlformats.org/officeDocument/2006/relationships" id="269" r:id="R86253c064c6745e0"/>
    <p:sldId xmlns:r="http://schemas.openxmlformats.org/officeDocument/2006/relationships" id="270" r:id="R9094f61924a64216"/>
    <p:sldId xmlns:r="http://schemas.openxmlformats.org/officeDocument/2006/relationships" id="271" r:id="R79269d626bd141c2"/>
    <p:sldId xmlns:r="http://schemas.openxmlformats.org/officeDocument/2006/relationships" id="272" r:id="R26d5a687986642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3e431487d04fb1" /><Relationship Type="http://schemas.openxmlformats.org/officeDocument/2006/relationships/slideMaster" Target="/ppt/slideMasters/slideMaster1.xml" Id="Rd2bad44c3ff34017" /><Relationship Type="http://schemas.openxmlformats.org/officeDocument/2006/relationships/notesMaster" Target="/ppt/notesMasters/notesMaster1.xml" Id="Rbc1ab6337f884655" /><Relationship Type="http://schemas.openxmlformats.org/officeDocument/2006/relationships/presProps" Target="/ppt/presProps.xml" Id="R05e5ce94c3414579" /><Relationship Type="http://schemas.openxmlformats.org/officeDocument/2006/relationships/tableStyles" Target="/ppt/tableStyles.xml" Id="R90280a89f9b945eb" /><Relationship Type="http://schemas.openxmlformats.org/officeDocument/2006/relationships/slide" Target="/ppt/slides/slide1.xml" Id="Re20d7314258c4a1f" /><Relationship Type="http://schemas.openxmlformats.org/officeDocument/2006/relationships/slide" Target="/ppt/slides/slide2.xml" Id="Rb6bbe71a830943bc" /><Relationship Type="http://schemas.openxmlformats.org/officeDocument/2006/relationships/slide" Target="/ppt/slides/slide3.xml" Id="Rdea783f6e56e467f" /><Relationship Type="http://schemas.openxmlformats.org/officeDocument/2006/relationships/slide" Target="/ppt/slides/slide4.xml" Id="R4919e009ac704b00" /><Relationship Type="http://schemas.openxmlformats.org/officeDocument/2006/relationships/slide" Target="/ppt/slides/slide5.xml" Id="Rf4bfb2d8240f4eac" /><Relationship Type="http://schemas.openxmlformats.org/officeDocument/2006/relationships/slide" Target="/ppt/slides/slide6.xml" Id="R5da0516d0e794ad3" /><Relationship Type="http://schemas.openxmlformats.org/officeDocument/2006/relationships/slide" Target="/ppt/slides/slide7.xml" Id="R1e436450196745ce" /><Relationship Type="http://schemas.openxmlformats.org/officeDocument/2006/relationships/slide" Target="/ppt/slides/slide8.xml" Id="Rf0a1305ee5f74e29" /><Relationship Type="http://schemas.openxmlformats.org/officeDocument/2006/relationships/slide" Target="/ppt/slides/slide9.xml" Id="Rca3ef2a0614c4eb3" /><Relationship Type="http://schemas.openxmlformats.org/officeDocument/2006/relationships/slide" Target="/ppt/slides/slide10.xml" Id="Ref831cfd8bbf44a7" /><Relationship Type="http://schemas.openxmlformats.org/officeDocument/2006/relationships/slide" Target="/ppt/slides/slide11.xml" Id="R9a1d977638bb44b2" /><Relationship Type="http://schemas.openxmlformats.org/officeDocument/2006/relationships/slide" Target="/ppt/slides/slide12.xml" Id="R88d353e5fdf54a8c" /><Relationship Type="http://schemas.openxmlformats.org/officeDocument/2006/relationships/slide" Target="/ppt/slides/slide13.xml" Id="R74e34348ad26480c" /><Relationship Type="http://schemas.openxmlformats.org/officeDocument/2006/relationships/slide" Target="/ppt/slides/slide14.xml" Id="R86253c064c6745e0" /><Relationship Type="http://schemas.openxmlformats.org/officeDocument/2006/relationships/slide" Target="/ppt/slides/slide15.xml" Id="R9094f61924a64216" /><Relationship Type="http://schemas.openxmlformats.org/officeDocument/2006/relationships/slide" Target="/ppt/slides/slide16.xml" Id="R79269d626bd141c2" /><Relationship Type="http://schemas.openxmlformats.org/officeDocument/2006/relationships/slide" Target="/ppt/slides/slide17.xml" Id="R26d5a687986642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675f5f2b5d43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ef502bffba48fa" /><Relationship Type="http://schemas.openxmlformats.org/officeDocument/2006/relationships/notesMaster" Target="/ppt/notesMasters/notesMaster1.xml" Id="Ra84d9a9e9a1942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d9a81d7fb74b72" /><Relationship Type="http://schemas.openxmlformats.org/officeDocument/2006/relationships/notesMaster" Target="/ppt/notesMasters/notesMaster1.xml" Id="R47a8f1049cef45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68f7474a7144c6" /><Relationship Type="http://schemas.openxmlformats.org/officeDocument/2006/relationships/notesMaster" Target="/ppt/notesMasters/notesMaster1.xml" Id="Reaa4387a07cf48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042ca8c2624583" /><Relationship Type="http://schemas.openxmlformats.org/officeDocument/2006/relationships/notesMaster" Target="/ppt/notesMasters/notesMaster1.xml" Id="R204680a29c0146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b14654e6284c34" /><Relationship Type="http://schemas.openxmlformats.org/officeDocument/2006/relationships/notesMaster" Target="/ppt/notesMasters/notesMaster1.xml" Id="R8d0ee0a7a0a64e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177de58671442e" /><Relationship Type="http://schemas.openxmlformats.org/officeDocument/2006/relationships/notesMaster" Target="/ppt/notesMasters/notesMaster1.xml" Id="R79bf06078f9f4e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855e1631a247e0" /><Relationship Type="http://schemas.openxmlformats.org/officeDocument/2006/relationships/notesMaster" Target="/ppt/notesMasters/notesMaster1.xml" Id="R587d1cdc3e2e44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3b1123be734305" /><Relationship Type="http://schemas.openxmlformats.org/officeDocument/2006/relationships/notesMaster" Target="/ppt/notesMasters/notesMaster1.xml" Id="R293b573f2a7d43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3db60cf3e74b43" /><Relationship Type="http://schemas.openxmlformats.org/officeDocument/2006/relationships/notesMaster" Target="/ppt/notesMasters/notesMaster1.xml" Id="Rc62a51fee0dc4c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b02e841a1a4b70" /><Relationship Type="http://schemas.openxmlformats.org/officeDocument/2006/relationships/notesMaster" Target="/ppt/notesMasters/notesMaster1.xml" Id="R5575ce72ec9a46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2a94e54439416a" /><Relationship Type="http://schemas.openxmlformats.org/officeDocument/2006/relationships/notesMaster" Target="/ppt/notesMasters/notesMaster1.xml" Id="R7569986b553542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9bf905bd3a4ad8" /><Relationship Type="http://schemas.openxmlformats.org/officeDocument/2006/relationships/notesMaster" Target="/ppt/notesMasters/notesMaster1.xml" Id="Ra51b9d76f29f4b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45a53e18ca4f5c" /><Relationship Type="http://schemas.openxmlformats.org/officeDocument/2006/relationships/notesMaster" Target="/ppt/notesMasters/notesMaster1.xml" Id="R3fa904a415d54f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203b89a46949c1" /><Relationship Type="http://schemas.openxmlformats.org/officeDocument/2006/relationships/notesMaster" Target="/ppt/notesMasters/notesMaster1.xml" Id="R861fbb85be9e4a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0dec3724a04279" /><Relationship Type="http://schemas.openxmlformats.org/officeDocument/2006/relationships/notesMaster" Target="/ppt/notesMasters/notesMaster1.xml" Id="R0171582bf8db49e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8105a0a7eae445a" /><Relationship Type="http://schemas.openxmlformats.org/officeDocument/2006/relationships/notesMaster" Target="/ppt/notesMasters/notesMaster1.xml" Id="R4a52069a5eb44d6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abff6a88abc4583" /><Relationship Type="http://schemas.openxmlformats.org/officeDocument/2006/relationships/notesMaster" Target="/ppt/notesMasters/notesMaster1.xml" Id="R284a6a1de22343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55965724074c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fbef6ec2b4de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8a522a60404d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2545777f34dd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bd5457095401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08aaccc1c4a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ECCB1F-E2B4-4C18-9C83-3D22081E14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4CB182C-3759-47EF-953F-D37EDD951E4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EBF1F9A-CC79-4D7C-B72F-0EB751FB9E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B7CA4C-DB4E-4454-9875-610A8ACE7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D540F0-28C4-4D8D-AD8A-131B4FEC36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948721-ECC1-4A3C-9543-4040D948B7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D312E6-41AA-4F6C-9B1A-10426008F8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DA8194A-2BDD-45CE-A9C8-EEE47D15C7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477CD5-E629-4C3E-8E86-6DA9AB59EE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C35BB1-DFB8-4B55-8647-E156DECB6A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549f4e3d694147" /><Relationship Type="http://schemas.openxmlformats.org/officeDocument/2006/relationships/slideLayout" Target="/ppt/slideLayouts/slideLayout1.xml" Id="R1e21bb7895a34917" /><Relationship Type="http://schemas.openxmlformats.org/officeDocument/2006/relationships/slideLayout" Target="/ppt/slideLayouts/slideLayout2.xml" Id="R0ec2e90378374fb4" /><Relationship Type="http://schemas.openxmlformats.org/officeDocument/2006/relationships/slideLayout" Target="/ppt/slideLayouts/slideLayout3.xml" Id="Rb7c587c14f9242cc" /><Relationship Type="http://schemas.openxmlformats.org/officeDocument/2006/relationships/slideLayout" Target="/ppt/slideLayouts/slideLayout4.xml" Id="R6ede108e54294c80" /><Relationship Type="http://schemas.openxmlformats.org/officeDocument/2006/relationships/slideLayout" Target="/ppt/slideLayouts/slideLayout5.xml" Id="R494122198b73443b" /><Relationship Type="http://schemas.openxmlformats.org/officeDocument/2006/relationships/slideLayout" Target="/ppt/slideLayouts/slideLayout6.xml" Id="R4d4b4d1c53684c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21bb7895a34917"/>
    <p:sldLayoutId xmlns:r="http://schemas.openxmlformats.org/officeDocument/2006/relationships" id="2147483650" r:id="R0ec2e90378374fb4"/>
    <p:sldLayoutId xmlns:r="http://schemas.openxmlformats.org/officeDocument/2006/relationships" id="2147483651" r:id="Rb7c587c14f9242cc"/>
    <p:sldLayoutId xmlns:r="http://schemas.openxmlformats.org/officeDocument/2006/relationships" id="2147483652" r:id="R6ede108e54294c80"/>
    <p:sldLayoutId xmlns:r="http://schemas.openxmlformats.org/officeDocument/2006/relationships" id="2147483653" r:id="R494122198b73443b"/>
    <p:sldLayoutId xmlns:r="http://schemas.openxmlformats.org/officeDocument/2006/relationships" id="2147483654" r:id="R4d4b4d1c53684c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72292550b7489d" /><Relationship Type="http://schemas.openxmlformats.org/officeDocument/2006/relationships/notesSlide" Target="/ppt/notesSlides/notesSlide1.xml" Id="R658e3952523147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b5d67f2dc425c" /><Relationship Type="http://schemas.openxmlformats.org/officeDocument/2006/relationships/notesSlide" Target="/ppt/notesSlides/notesSlide2.xml" Id="Rbd7ec9148c674c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020bc0fb24809" /><Relationship Type="http://schemas.openxmlformats.org/officeDocument/2006/relationships/notesSlide" Target="/ppt/notesSlides/notesSlide3.xml" Id="R5d5be39578bb41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64e811fbb54337" /><Relationship Type="http://schemas.openxmlformats.org/officeDocument/2006/relationships/notesSlide" Target="/ppt/notesSlides/notesSlide4.xml" Id="R44cc885f6d7f42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b11751c5ff4e3b" /><Relationship Type="http://schemas.openxmlformats.org/officeDocument/2006/relationships/notesSlide" Target="/ppt/notesSlides/notesSlide5.xml" Id="R1b0679ae15e94c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e4f587320b4b55" /><Relationship Type="http://schemas.openxmlformats.org/officeDocument/2006/relationships/notesSlide" Target="/ppt/notesSlides/notesSlide6.xml" Id="R4893940158e149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c442198ea462a" /><Relationship Type="http://schemas.openxmlformats.org/officeDocument/2006/relationships/notesSlide" Target="/ppt/notesSlides/notesSlide7.xml" Id="R3e3dac44231248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01aef557124a75" /><Relationship Type="http://schemas.openxmlformats.org/officeDocument/2006/relationships/notesSlide" Target="/ppt/notesSlides/notesSlide8.xml" Id="R51fb100f92ce49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49a36c4de94a2b" /><Relationship Type="http://schemas.openxmlformats.org/officeDocument/2006/relationships/notesSlide" Target="/ppt/notesSlides/notesSlide9.xml" Id="R5b4efc665c8e4f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af137ac5ed4057" /><Relationship Type="http://schemas.openxmlformats.org/officeDocument/2006/relationships/notesSlide" Target="/ppt/notesSlides/notesSlide10.xml" Id="R74416ef1cd2d42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7900b3bca14645" /><Relationship Type="http://schemas.openxmlformats.org/officeDocument/2006/relationships/notesSlide" Target="/ppt/notesSlides/notesSlide11.xml" Id="Rd44a156db5904d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8e0d4b7a194019" /><Relationship Type="http://schemas.openxmlformats.org/officeDocument/2006/relationships/notesSlide" Target="/ppt/notesSlides/notesSlide12.xml" Id="Rd179499a7c7d44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daccf826a344fb" /><Relationship Type="http://schemas.openxmlformats.org/officeDocument/2006/relationships/notesSlide" Target="/ppt/notesSlides/notesSlide13.xml" Id="Rf0775a7edbda44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f13157d134453b" /><Relationship Type="http://schemas.openxmlformats.org/officeDocument/2006/relationships/notesSlide" Target="/ppt/notesSlides/notesSlide14.xml" Id="R6ec165a39cdc4f4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a98bea158a4157" /><Relationship Type="http://schemas.openxmlformats.org/officeDocument/2006/relationships/notesSlide" Target="/ppt/notesSlides/notesSlide15.xml" Id="Ree0a1bbd911d45c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33ce761d38445f" /><Relationship Type="http://schemas.openxmlformats.org/officeDocument/2006/relationships/notesSlide" Target="/ppt/notesSlides/notesSlide16.xml" Id="Ra9f7056d9bf94d8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14593f945144ca" /><Relationship Type="http://schemas.openxmlformats.org/officeDocument/2006/relationships/notesSlide" Target="/ppt/notesSlides/notesSlide17.xml" Id="Rd24281e9f28a4e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1DD22-4E6A-4C2F-B802-B2E8FC19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BA178-F693-4761-9896-8FE80635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C3EB3-DB20-4654-8DF8-247E1738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A34E-821D-4CA3-983B-B530B408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5CDFD-1FE6-40CE-A702-041974F0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7838E-FA4C-4A6A-A56C-79DAC351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F6D81-2ABD-4D2B-8B7A-E6083FD8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6182B-D50B-4D07-8664-0D5C0FA3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Tracing and reliable tool execution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7C71B-1DCF-4E96-89C6-454AB93D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2E803-E029-4456-BAE8-A8568D87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9264952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DC4ADA-48F3-45E1-AB9E-DEFEF511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218C63-13E1-470C-A017-F7B04E0D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97ECA-3EF5-430F-9EF4-622F8A5D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E6061-8632-42AB-8BEE-26EA9028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87FDFB-8C34-43AD-A3AE-76955D09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7D6AF-DCD8-4273-9EE9-EE8289CE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EC7A3-9A1E-4847-A525-149723BE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2BF80A-4CCF-4629-81AE-169C853E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E0A54-2BCB-42BF-A61A-02A6B1A0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EA912E-CE80-4573-A0F6-489CDBC1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C70AA-744B-4BB5-9A9F-D3A8BB9E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40896-692C-4962-8A3A-8C6436B4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D228F-15A1-4DD8-A799-6D695AE7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EFC32-E372-4A20-A4B1-5D082C35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A2745-6557-484C-AC4D-BFE120D1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8B45E-D67E-4686-99A1-699B2DA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`SupportTicket`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0B9385-6C8C-4F1D-97DF-E2FF0344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B873CC-6B8C-442D-BDFD-82661B84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B7E0C-B132-479A-8587-5EBBF2B9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14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8C0855-CC17-4AF2-8BD5-03ABD07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194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safe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CA7E44-CDA2-4B49-BDC3-40360AE6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BEFE18-27FB-48ED-AB67-09D7ED57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601BFC-A3B8-465B-BB0C-DFFF110F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memory and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A15888-15E5-4102-8CA1-48C21F34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Customer history plus Qdrant policy retrieval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C0E73-442C-48B5-87C3-B8F835CD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E2AD2B-7524-4CB7-8BB7-CAB3664A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6773AC-6C9C-4CC6-982C-2316668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grounded RAG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116AA1-517D-435E-ABE2-2C3C5005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retrieval, citations and groundedness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5A2EDF-E5AB-4A15-B150-2192695F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19151990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85FA73-D4E3-4DE8-84CD-1CD776AD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DDD7B-2D53-4897-A349-6587C35D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DA93C-88A3-4423-B438-7FCFB9A4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30116-5EE2-4781-B08A-72D87439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7CA12B-3C28-4C4A-BC2A-82F79EC0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7C73C-95B8-41CD-9D05-4FCC4C89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4BE8C-FF92-4261-AF69-AD6F42CE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96B98-3BF1-47EE-9FBA-AD53118E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2D27B-009A-42EE-A8B9-22DD40AE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9C4019-9AE1-437C-B508-C77A163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 the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8F6122-EB9D-48B7-A353-2A5574CC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194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E68EC-DD01-422E-8B15-8D083D9C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F8F3E-2007-4654-ACBA-408897A9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85226B-BBD8-4374-959D-E0D084A5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719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chooses the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E3DA2-07EB-406E-B019-83EF393B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Routes to human review using `legal_or_regulatory`; no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344003-E7CA-4BC1-A86B-04006ED0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AC1AB-B087-4C7C-A452-06997AD8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36A26-0A0B-4D30-94A8-53A6FCEE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adds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E3B4EC-8009-4599-8BC5-BEADB7C7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339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Stores the customer interaction and retrieves related refund and escalation policy chunks.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61B2C-9AD5-4BB3-A7E5-F880ECA4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91AAE0-B3BB-4553-A9F5-69DA58FD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96EA3A-B1F0-4926-891B-FBFB65A8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86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explains the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4D6F9A-1B97-4ABE-9063-C6510E52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91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Answers from evidence and cites the relevant policy documents.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F28257-2E76-446D-8B43-0661D6F2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031297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62E0B-7C72-49CE-809C-E6250E1B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57D9E-49D9-4362-9C93-BA095C42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4A83B-C6B7-44FC-8039-5C829C76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0C1EE-92EB-4091-8C6E-804993EA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D8F60-1BB3-449E-8D43-66784A33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C298B-C5CE-4FB1-B19D-69DD3D9B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22347-A9D6-4B3F-8C7D-91AA313A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`SupportTicket`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9E257-2265-46E4-8A4E-A1F85205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15E0A-01BA-40C1-93F6-7D909375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473BD8-A126-4924-ABEF-4D5506D1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involvement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9A123C-A273-437B-88C7-6742AEBE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 only. Python validates and repairs policy-sensitive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09702-F4C7-4B9C-8A92-488F312E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37147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11CA5-6674-4CB8-9359-70118EB1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3718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03EDA-1279-49A0-96C0-412C6624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3714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09EF74-E788-44C4-956F-47AB7B33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0449A-0B9F-44DA-8B7C-F3C3C7F8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329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Validation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9839E-00E5-4142-A0E8-B98203C4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IDs must appear in the text. Refund-cap and repeat-contact signals are recomputed in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3612B-57DF-447C-AB66-8D74E582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5222708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1E975D-CBFA-4089-97A8-6F86C22F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580DA-B3F8-447E-A256-805FB4ED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DD81C-4B24-41BE-BF9B-85BB677B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200AC-3DA1-4440-9FD6-F0359D72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C318F-F3A4-42F7-8BE8-C21EA49B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F1F83-937F-4B4A-AD96-48785920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42178-D1B8-47F1-9BFC-96F52AC3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B343BB-1BF4-4BBC-9338-EC9B7661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CA227-DC53-4171-8CA6-B6268C7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Main tuning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0C6EB-6EFE-4603-BA5E-3A60085D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81EFE-2752-4C6F-99AE-D6DCEF90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Sentiment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170B8-8777-4C72-AEB4-CDF843BE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Useful but imperfect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0706A-497E-437F-BF55-DD6D58EF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D5E8ED-4362-4EFD-A16B-FAE31782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D4CCC-1ADF-409A-86C9-7B923FF4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signal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456FC8-A0A2-4A29-8969-5BE849E5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876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4C806-EC99-41BC-A709-66CB8329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9410C3-F9E6-4EC3-89C8-8B113258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Acceptance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A2539-097F-4166-A236-5C10A32F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834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M1 is functional and measured. The report is committed as `evaluation/reports/m1_holdout_n60_v4.json`.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A790D-576F-4A1D-BE20-4C376AEF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7228036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24070-12BE-4E69-896E-B092A7FA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72FC9-4C63-45CB-BAFB-93A5A107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83FD63-56C8-425D-94A0-4A76AC60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99D52C-DDD8-4937-A7D2-0D91CEC9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A1F8F-298C-402A-8641-85BFF85B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E3A37-C7DA-42B8-88B7-3425517E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BBEEB-5147-4254-A100-BA8184FE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M1 ticket into a safe operational decision using local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EC77C-D833-46F7-A784-DDC0BA19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C77B91-EB20-47A9-AA34-1A408760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A71A3-649A-4C90-A969-00EE28AE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42096-DB4C-4320-A981-0CC98590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amount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3BA19-C396-42D9-A261-0EFD3046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BB7E3-7697-49F8-8C34-83D8C35E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8E035-6DDB-4D4A-AB3E-9D0C3FC8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EBCF58-A98E-478D-AF62-555668EB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`execute=True`.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7840D-3FC3-49C2-AEAA-5A181F7D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74DBCA-F082-49B6-9A5D-381D16FE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FF3575-D7E3-4839-853B-C3579168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Legal priority fix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069437-9C3A-427C-AB87-8E8DBC4E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When multiple signals appear, `legal_or_regulatory` wins over angry tone and over-cap refund.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58E71B-91CF-48EF-9898-E1CCA708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1584081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350BF-175A-4C3C-8042-9488A850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20978-07F0-4151-8BB6-E030A533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decision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17EA23-6B80-4EFF-98BD-19D8A3B1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EEBE1-2487-4577-8304-29079296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4767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34F08-9A25-4AA9-AF92-AF991BD2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41338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recommended_action: human_review,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requires_human: true,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tool_name: flag_for_human,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tool_args: 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trigger: legal_or_regulatory,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order_ref: KW-O-000950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executed: false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CB155-58AA-4E47-84FA-8032E825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284E7-82B9-48F7-B47E-7045C6EF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1B903-0FA6-4DFF-874C-1C12FC6C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D6956-498D-4C2F-8594-7F4018BD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data leak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FD7D43-82C2-409E-AAA5-02CC4C8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 is scoped to the customer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4E1E47-7D2B-4B39-B524-BE7AB28E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05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37114-5107-42AB-9CBA-3D60E32C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62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0624B8-FA82-4F76-A605-FF19F54C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unsafe refund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1D293-31CA-485C-BB4B-42DF341D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99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6,499 INR exceeds the automated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49D6F9-35C5-4962-8017-0720E9C2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62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1332C-DE2F-46A0-A7B6-D1F58E54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9A48A6-DC0B-4347-83B4-1CFC6F86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Human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5903E0-734E-4DDE-B086-14B06D43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sends the case to legal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449C25-838A-4971-B15C-F3B5C497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2394708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458A4-D744-41E9-BCE8-ED596E0D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DB052-1C08-4BBC-A103-3327E966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customer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A6059-37C8-40F7-93C3-380E7B4F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D9BB9-ADDF-4618-B0CC-338C357E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E3A0C-E666-4C25-8DAD-FF339F65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AD209-1B5A-4A9A-BCA7-66DC22BA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M3 stores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1C58E-0EAD-42FB-9D0D-9AFEE0F2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customer: preferences, recent tickets, sentiment, escalation signals and recommended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B9691-B023-49BA-AEEE-E1DA844D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9B9A2C-BF96-4A4A-A725-214D9800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E1C85-4121-4E24-AE7D-052726C6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Where it lives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C37A9-2062-44C7-92B7-E632078B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`runtime/memory/customers/`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Runtime state is local and can be reset without changing seed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6D5F8B-5CCE-4C26-8B77-C077E541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3714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6C02D3-9172-4F95-9918-F19EB5C5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33718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505F52-1494-4240-A538-FC93FA56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Later milestones can use this memory for repeat-contact context and customer preferences.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18DD3-7194-4B7A-AE55-78B9D9B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8772281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706D9F-6483-4D85-B7E7-9F38790F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5F22D-19CC-4028-B24F-E81F483E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3A8BA-59C9-4ABA-B9C9-7E4345F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A8560-5DE4-4989-BF6A-219E34D4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3A942-D5FC-48E8-A82A-CCAADED4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03B76-3EFD-4E64-80EC-E30849C5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05EB3-EE7B-4E91-910C-AE2A9622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Returns, refund authority, shipping, warranty, escalation, fraud and category addenda are committed under `data/shopsense/corpus/`.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9951F-AE46-4002-BC96-EB617288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C038B-E6CC-4020-A88C-F3FA017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D11BA-6ACE-4DA3-8623-36F22270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Local Qdrant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79F9B-9A6D-4541-A2A1-7B2865D5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957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`scripts/build_policy_index.py` creates a local vector index under `runtime/qdrant/`. No Qdrant Cloud is 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4C149-1035-4558-8C1A-0DD8FFFA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90BBF-813E-42BD-BC0E-20B62DF8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977A4-92D1-4DDC-A44C-E3568812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Retrieval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36DE3-81DC-4364-9C17-3C4FA637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M3 returns policy chunks. It does not yet produce the final policy answer.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10FA1-1CD4-4D4D-9736-27C341A9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30F1A-3476-4099-93D7-DD44CF3D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3D206-E82E-4534-BE7D-9C4C3C42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Test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D8EAC0-8008-4DA2-97C9-56856E98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persistence, Qdrant build and policy retrieval are covered by unit tests.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2D223C-D82A-4755-ACBA-58EDF711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5265835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12FC0D-C042-4279-81A3-B05FFD7E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B2C16E-59F0-4A6A-8624-A1B6ED98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2CAB93-629A-42FA-87D9-2C6499B9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5E389-7AF3-4313-973F-E20EF920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78095-2302-4A33-B949-FF52A16E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8EC97-2BCA-480B-BFEE-96B433D0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M4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6E9114-C208-4E87-9F3A-C8C36DD8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retrieved policy chunks into a grounded answer with citations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9CDB7-5CEB-4144-9D85-FC505867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1DAE8-9946-4770-82FD-1A21C101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41B50-8507-4B8A-8993-619A42C6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Hybrid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E1BE9-77CB-4F9A-8C38-41693FCA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Combines Qdrant vector hits with deterministic keyword search and reranking.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2669BF-6D0A-4032-B0AE-AF247282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FB644-39EF-41DA-84EE-2F8DFD6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64E326-107A-42F4-ACFE-7AB84C29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0A8BA-8CB2-4A3A-BF6E-329D1D79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numbers are flagged.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7CA90-1610-497D-B160-F0FE3B68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A34EA3-6321-42C0-A277-773B27B5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FD945-7DF6-4993-A7A7-17DF0CC7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7B9ADA-D10A-4402-9ECC-19DBD27A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Five golden policy cases check return windows, refund cap, groceries and legal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4926C2-8300-4CEE-9902-4C18A43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18617327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E38A2F-9CE9-42D5-9BF2-C6E48951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99601-3B23-4BE3-BDBE-CDE40696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answer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A3924-B356-412F-AFE6-C068C855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2B9D9-39E1-4D4E-AF70-AB2EF8FF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0BD87-FBCB-4464-8BCD-73557707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09B94-FE08-45A1-9877-14487B68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F09BF-653C-449E-8B71-E3D0E1C7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996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Can a customer return an opened Beauty item after 11 days?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28FEF-0E40-4608-8AED-A5C9FB56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8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634A8-3C4F-440D-A0AF-8DAF6D82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8E3BD-4EB6-4DAA-AABA-8C54A177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16534-9FF5-4C6F-A7BE-C010D442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96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No. Beauty has a 10-day return window, and opened Beauty items cannot be returned for change of mind.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D80DE6-4969-451D-A37A-6B60D923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DA6C94-5BEE-45EC-A907-DBDC91A7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87B6F2-4426-48C3-A274-6F9F0301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CE811-191C-4845-869A-F49D4877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Category Policy Addendum: Beauty, sections on return window and opened-item restrictions.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09084-E227-4FD1-B9D4-8C6FE8E4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9A7039-BC50-4935-ACBC-E886813A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A1719-A245-42F5-ADAC-19452708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Blocked hallucination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6338B2-2B72-4A4C-B9D0-3F571AA9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answer must not invent a 30-day or 45-day Beauty return window.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F02B4A-8684-40E3-B68F-292A6F0D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11</a:t>
            </a:r>
          </a:p>
        </p:txBody>
      </p:sp>
    </p:spTree>
    <p:extLst>
      <p:ext uri="{BB962C8B-B14F-4D97-AF65-F5344CB8AC3E}">
        <p14:creationId xmlns:p14="http://schemas.microsoft.com/office/powerpoint/2010/main" val="4810623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4538F0-8203-413B-9B96-AD919A9D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6EFA8-4356-47D0-AB3A-B159A1E9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C91FC-F345-4444-98E7-0227FD06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7E554-99A2-47AD-9C67-BD4F0FAB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BCB1B-492F-46D5-95C9-A837B690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C6988-5328-4C0D-BCAD-594A9463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FEE83-33E2-4608-A344-9166F55E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CB235-FC7F-4568-8B5C-272ADD09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A01AA-22DD-4A50-915C-DA968702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3CD37-A919-423B-8298-E075C3EE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6F5432-97FF-4185-9187-48C16B5E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M1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59C3DE-A5D7-4D17-B54B-60C9BA39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Parsed tickets in latest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E60B2-44D7-4797-9ABF-95C87660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32A9AE-A9FC-44FB-A018-B923FF80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Policy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82E68-00B3-4ACB-A632-457FD7AC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Indexed into Qdrant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0F6397-F8A3-4E53-A361-3DA6B4CF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8191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A77104-6AFD-4517-86C7-50AABF5C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5DBDD7-D00A-412B-A59D-FD42ADA0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91000"/>
            <a:ext cx="777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Run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75BDD1-AF5B-4C22-98FA-E00E3569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95800"/>
            <a:ext cx="7772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scripts/build_policy_index.py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scripts/run_policy_eval.py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171DB0-C3CB-4883-96CE-4912404F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12</a:t>
            </a:r>
          </a:p>
        </p:txBody>
      </p:sp>
    </p:spTree>
    <p:extLst>
      <p:ext uri="{BB962C8B-B14F-4D97-AF65-F5344CB8AC3E}">
        <p14:creationId xmlns:p14="http://schemas.microsoft.com/office/powerpoint/2010/main" val="13726400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4A48B3-2629-4363-A10F-37A9248A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77A4B-F322-4282-96E7-4C96A5AA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66772-03AF-48C9-B83F-9E0E605F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7FFF6-6DC8-48A4-AA35-B0D671C4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5EFEA-69FC-4073-BF96-E7C4D387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39B7D-B809-4EF1-B9E1-F63FCA97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90682-79D8-4F8F-AC60-4205059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`intake_agent.py`, `action_agent.py`, `policy_agent.py`, `team/multi_agent.py`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50B06-BC46-48E4-87BE-F6CF9ABA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45DB9-3512-4525-AA59-A0F793FD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FFEBD-BB82-4189-9A94-C143D9DA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 and schemas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507716-D0DD-42AC-ACC1-CCC2CC72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Deterministic order/refund/shipping tools plus Pydantic models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E7A104-13DF-4BCD-AC0B-761AC828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D4776-1CC1-4DBF-ADA9-43D2C158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F28F0-6E64-4D50-B1A9-57472B13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Memory and RAG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F16727-0FC4-4936-8F1A-5F3E9059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`memory/store.py`, `rag/policy_index.py`, `rag/hybrid.py`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7BE8B-DA26-485C-BF76-2AEF32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8DDDB0-4603-4CD6-A4D6-98A5D3A2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13AE52-6C0B-4908-AD7D-A16DB76C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A9B9E-DC9C-4B2C-8D8D-39066684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`mcp/client.py`, `mcp/tools.py` and `mcp/server.py` support protocol-backed tool calls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B09CBE-8492-4EEB-BB77-5B3075E6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FFE5A0-1A38-4104-AF8F-0A86C529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4B42BC-1F1E-43BF-B9A2-A32AF68D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D61189-6774-45F8-A25D-D397B51A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`mcp/client.py`, `mcp/tools.py` and `mcp/server.py` support protocol-backed tool calls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77964-B9AA-449C-92DC-F8BD1D7E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678420-6124-44FE-A25C-5CA91F83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A2B46B-D0BB-4FA7-B231-BD478EEC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62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64CF35-6798-4F66-8573-BBAEAC73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670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`reliability/tools.py` wraps tools with retry, circuit breaker and human-queue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1A69C9-5002-47BC-8AAB-7F6770FB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DFD516-3247-4BC5-9332-B3EE6CEA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CD9413-9980-4240-96D4-F69536D0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05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Tracing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36D617-A502-45A3-8747-B6626CD5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100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`observability/tracing.py` writes local traces and forwards to LangFuse when configured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E0344B-C03D-4B65-96BD-0C086F32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13</a:t>
            </a:r>
          </a:p>
        </p:txBody>
      </p:sp>
    </p:spTree>
    <p:extLst>
      <p:ext uri="{BB962C8B-B14F-4D97-AF65-F5344CB8AC3E}">
        <p14:creationId xmlns:p14="http://schemas.microsoft.com/office/powerpoint/2010/main" val="18836463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477516-8DAB-42C8-9547-3005B822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A4C83-E9E5-406F-8503-6D465E10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LangGraph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8E9F3-BC01-4C1D-B677-8A4D3826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8D928-4140-4F4B-BA31-666CDF71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951E4-10D9-4786-899C-B396B7A5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4EE3B-DDCA-475F-8825-3377316E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Workflow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DB4C97-5E4C-4C96-AA4D-68E073C4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 -&gt; memory -&gt; policy-check -&gt; action-plan -&gt; conditional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55EE4-BEE8-4A27-9E19-88D79C91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154A9-6BC8-4436-ABCA-DD1CD1B0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0350D-A41C-4CCE-9D6A-207860DC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Checkpointing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FA6F6-E29E-479D-B904-7E620224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state is durably checkpointed in SQLite; JSON snapshots make each node inspectable.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E61573-0A95-435B-B008-E386AA9F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DB9D1-1F61-4E31-9BB9-C9EA3722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9FC18-62F6-44B6-8ED3-EE5CC71C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Auto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6E70A-72AF-4EB9-89FB-E7AC7891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Low-risk cases can execute deterministic tools when `execute_actions=True`.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02DAD-92B9-4C2C-8E81-02A61884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4095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F35FE-322E-4BEE-BE87-3F974804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CAF96C-0943-4DA4-9990-A23890E1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4D115-0E9B-4173-A2F2-B42FBEA0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3676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distressed, critical, legal, safety or over-cap cases pause with interrupt() and resume via Command.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2DCFF-BFFA-4885-AF89-A6951165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6858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C91852-2DC9-48A5-B82F-0703381B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33950"/>
            <a:ext cx="6515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status: human_approval_required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route: human_interrupt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trigger: legal_or_regulatory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1555AD-B6B5-4231-96AC-8AF336DF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14</a:t>
            </a:r>
          </a:p>
        </p:txBody>
      </p:sp>
    </p:spTree>
    <p:extLst>
      <p:ext uri="{BB962C8B-B14F-4D97-AF65-F5344CB8AC3E}">
        <p14:creationId xmlns:p14="http://schemas.microsoft.com/office/powerpoint/2010/main" val="16733407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6F9F68-83DA-4DFA-B6E6-B6526513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87E47-0A1E-4992-AD33-B8B89BF2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7C9FF-69AD-4C20-A6C3-D703C35B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DC9B6-24BE-44C4-B651-18C6C815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6E873-A276-4329-9943-EA11E4E9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7C87AE-6F0F-4DD3-BD57-19BC42E6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Team 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2EE48-A944-4F44-B7EC-5DDE92A5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Memory, Policy RAG, Order-Actions and Escalation Reviewer agents expose clear ownership.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F80B2-1CC2-43FC-8BD9-56F6C713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049D7-A7D4-490C-9487-CD16550E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DDC81-49C5-4FFC-A62B-97046379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server/client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99FEF-BEAD-43C8-B24E-A548507A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APIs are exposed through MCP; the team can invoke them over stdio, not only by direct Python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0BD59-B726-4E4E-ACF5-237639EC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keeps the working M5 spine, but makes the agent roles and tool boundary visible for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63AD4-1FF5-4EAC-A862-D112FB88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Tests verify MCP discovery/invocation, scoped order access, legal escalation and shared chat/email tooling.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A4940-C769-4541-9299-6090201A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15</a:t>
            </a:r>
          </a:p>
        </p:txBody>
      </p:sp>
    </p:spTree>
    <p:extLst>
      <p:ext uri="{BB962C8B-B14F-4D97-AF65-F5344CB8AC3E}">
        <p14:creationId xmlns:p14="http://schemas.microsoft.com/office/powerpoint/2010/main" val="13555081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9B741-A44E-4095-AE0C-EEDADB09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1670E-0E22-4118-965D-8F3F9294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M7 tracing and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AEAED-1FDB-46E2-BD9F-6B841D61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7601C-6F1B-489A-8A9D-B3F124E3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FB27-1304-4C05-AD4D-8DDCDDC7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BFF63-116E-42F7-BC04-CCC61A28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Trace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8C39C-C8EB-4E11-9B75-BA9CDE83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Each ticket flow records triage, memory, policy RAG, order-action and escalation-review spans.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ACA62-966F-459D-A6DF-6DBB4207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3622A-272D-4519-9E9E-002AFA96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6949A-7D84-4A1E-A7B5-BA66125A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LangFuse-ready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1535E-4787-4C4E-9A27-DD41ABD7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Traces are always written locally. When LangFuse keys are configured, the same events are forwarded.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E7FE3-78C6-4B6C-B596-7E847B28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M7 makes failures inspectable and survivable: a flaky order tool does not drop the case.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DD020-824F-4E8A-871B-6047D572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Transient failures retry, repeated failures open a circuit, and unresolved cases fall back to the human queue.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DAAE0-5089-414C-84C1-177C1C22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16</a:t>
            </a:r>
          </a:p>
        </p:txBody>
      </p:sp>
    </p:spTree>
    <p:extLst>
      <p:ext uri="{BB962C8B-B14F-4D97-AF65-F5344CB8AC3E}">
        <p14:creationId xmlns:p14="http://schemas.microsoft.com/office/powerpoint/2010/main" val="20184985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DBEBD5-372D-4A41-982F-515A5F26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09B1E-ED0C-4236-A2AF-8B169851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Next milestone: M8 packaging and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06424-001C-46BC-B398-B5F32965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55394-EB04-43A0-AA0E-3E47E84E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7838E-16C9-4EEF-892B-8B5BC8FB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90871-AB77-4BA9-BC51-6A515694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Expected M8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B68B8-0D4A-4ED8-A7A8-B251B2EE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Golden eval set of 20 tickets, prompt-injection cases, refund-cap guardrails and policy-fabrication checks.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EC9BC-BED9-4D50-9246-F497EEBC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EC4F5-FB10-4D5C-9510-57572218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A142AC-606D-4565-9368-BBC14B0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Packaging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3803D-1C34-4310-989C-D0D37427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FastAPI packaging with a demo chat endpoint so the complete assistant can be exercised from one API.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91A14-F66F-479B-9D78-C6EEDD50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M1-M7 now give us the working spine: parse, decide, remember, retrieve, route, coordinate and recover.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4693E9-20F2-4557-8563-1377891B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M8 should make that spine evaluator-friendly as a packaged service with a stronger golden test suite.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32943B-1A88-4599-8360-66BA6844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17</a:t>
            </a:r>
          </a:p>
        </p:txBody>
      </p:sp>
    </p:spTree>
    <p:extLst>
      <p:ext uri="{BB962C8B-B14F-4D97-AF65-F5344CB8AC3E}">
        <p14:creationId xmlns:p14="http://schemas.microsoft.com/office/powerpoint/2010/main" val="12233612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2026-10-13T08:10:25.6060000Z</dcterms:created>
  <dcterms:modified xsi:type="dcterms:W3CDTF">2026-10-13T08:10:25.6060000Z</dcterms:modified>
</coreProperties>
</file>