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452b7d25c24c6c" /><Relationship Type="http://schemas.openxmlformats.org/officeDocument/2006/relationships/extended-properties" Target="/docProps/app.xml" Id="Rb0a0b5995cd2444f" /><Relationship Type="http://schemas.openxmlformats.org/officeDocument/2006/relationships/officeDocument" Target="/ppt/presentation.xml" Id="R12d9289332eb42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3c29df54e349b0"/>
  </p:sldMasterIdLst>
  <p:notesMasterIdLst>
    <p:notesMasterId xmlns:r="http://schemas.openxmlformats.org/officeDocument/2006/relationships" r:id="Rdf749c842c00488f"/>
  </p:notesMasterIdLst>
  <p:sldIdLst>
    <p:sldId xmlns:r="http://schemas.openxmlformats.org/officeDocument/2006/relationships" id="256" r:id="Rc0d5e86737a7412b"/>
    <p:sldId xmlns:r="http://schemas.openxmlformats.org/officeDocument/2006/relationships" id="257" r:id="R6067d93d356d4818"/>
    <p:sldId xmlns:r="http://schemas.openxmlformats.org/officeDocument/2006/relationships" id="258" r:id="R4e14654e9c0646f8"/>
    <p:sldId xmlns:r="http://schemas.openxmlformats.org/officeDocument/2006/relationships" id="259" r:id="R27e032c9a39c4750"/>
    <p:sldId xmlns:r="http://schemas.openxmlformats.org/officeDocument/2006/relationships" id="260" r:id="R3a25cbf0729147d4"/>
    <p:sldId xmlns:r="http://schemas.openxmlformats.org/officeDocument/2006/relationships" id="261" r:id="R110f0c2a6cd4449b"/>
    <p:sldId xmlns:r="http://schemas.openxmlformats.org/officeDocument/2006/relationships" id="262" r:id="Rf9742c9f42dd4b27"/>
    <p:sldId xmlns:r="http://schemas.openxmlformats.org/officeDocument/2006/relationships" id="263" r:id="R880cbc30118d4548"/>
    <p:sldId xmlns:r="http://schemas.openxmlformats.org/officeDocument/2006/relationships" id="264" r:id="R4fc88d7434134cb6"/>
    <p:sldId xmlns:r="http://schemas.openxmlformats.org/officeDocument/2006/relationships" id="265" r:id="R9cea237d070148d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9effa788694e4a" /><Relationship Type="http://schemas.openxmlformats.org/officeDocument/2006/relationships/slideMaster" Target="/ppt/slideMasters/slideMaster1.xml" Id="R903c29df54e349b0" /><Relationship Type="http://schemas.openxmlformats.org/officeDocument/2006/relationships/notesMaster" Target="/ppt/notesMasters/notesMaster1.xml" Id="Rdf749c842c00488f" /><Relationship Type="http://schemas.openxmlformats.org/officeDocument/2006/relationships/presProps" Target="/ppt/presProps.xml" Id="R02e4035f133348fb" /><Relationship Type="http://schemas.openxmlformats.org/officeDocument/2006/relationships/tableStyles" Target="/ppt/tableStyles.xml" Id="R9be796a4fd444805" /><Relationship Type="http://schemas.openxmlformats.org/officeDocument/2006/relationships/slide" Target="/ppt/slides/slide1.xml" Id="Rc0d5e86737a7412b" /><Relationship Type="http://schemas.openxmlformats.org/officeDocument/2006/relationships/slide" Target="/ppt/slides/slide2.xml" Id="R6067d93d356d4818" /><Relationship Type="http://schemas.openxmlformats.org/officeDocument/2006/relationships/slide" Target="/ppt/slides/slide3.xml" Id="R4e14654e9c0646f8" /><Relationship Type="http://schemas.openxmlformats.org/officeDocument/2006/relationships/slide" Target="/ppt/slides/slide4.xml" Id="R27e032c9a39c4750" /><Relationship Type="http://schemas.openxmlformats.org/officeDocument/2006/relationships/slide" Target="/ppt/slides/slide5.xml" Id="R3a25cbf0729147d4" /><Relationship Type="http://schemas.openxmlformats.org/officeDocument/2006/relationships/slide" Target="/ppt/slides/slide6.xml" Id="R110f0c2a6cd4449b" /><Relationship Type="http://schemas.openxmlformats.org/officeDocument/2006/relationships/slide" Target="/ppt/slides/slide7.xml" Id="Rf9742c9f42dd4b27" /><Relationship Type="http://schemas.openxmlformats.org/officeDocument/2006/relationships/slide" Target="/ppt/slides/slide8.xml" Id="R880cbc30118d4548" /><Relationship Type="http://schemas.openxmlformats.org/officeDocument/2006/relationships/slide" Target="/ppt/slides/slide9.xml" Id="R4fc88d7434134cb6" /><Relationship Type="http://schemas.openxmlformats.org/officeDocument/2006/relationships/slide" Target="/ppt/slides/slide10.xml" Id="R9cea237d070148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03f2a83af94f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2b630e4a3b459c" /><Relationship Type="http://schemas.openxmlformats.org/officeDocument/2006/relationships/notesMaster" Target="/ppt/notesMasters/notesMaster1.xml" Id="R42d2b4d05e2041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4bc67255b54bc0" /><Relationship Type="http://schemas.openxmlformats.org/officeDocument/2006/relationships/notesMaster" Target="/ppt/notesMasters/notesMaster1.xml" Id="R20ddd9cb95254b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9cf4e881c84570" /><Relationship Type="http://schemas.openxmlformats.org/officeDocument/2006/relationships/notesMaster" Target="/ppt/notesMasters/notesMaster1.xml" Id="R2f0a9c06bbf649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327cedb542423f" /><Relationship Type="http://schemas.openxmlformats.org/officeDocument/2006/relationships/notesMaster" Target="/ppt/notesMasters/notesMaster1.xml" Id="R9217494b8fec40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cc4dc4a9124219" /><Relationship Type="http://schemas.openxmlformats.org/officeDocument/2006/relationships/notesMaster" Target="/ppt/notesMasters/notesMaster1.xml" Id="R3658c89566f54b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a32e37aeff4feb" /><Relationship Type="http://schemas.openxmlformats.org/officeDocument/2006/relationships/notesMaster" Target="/ppt/notesMasters/notesMaster1.xml" Id="R3b8e3d93a67f41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8a456b5cee41bf" /><Relationship Type="http://schemas.openxmlformats.org/officeDocument/2006/relationships/notesMaster" Target="/ppt/notesMasters/notesMaster1.xml" Id="R8b761ec70e4644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1a3f87c1a542b0" /><Relationship Type="http://schemas.openxmlformats.org/officeDocument/2006/relationships/notesMaster" Target="/ppt/notesMasters/notesMaster1.xml" Id="R696f860519074d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69ebf1c0874296" /><Relationship Type="http://schemas.openxmlformats.org/officeDocument/2006/relationships/notesMaster" Target="/ppt/notesMasters/notesMaster1.xml" Id="R226ce86e61f0435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e92724132b48e5" /><Relationship Type="http://schemas.openxmlformats.org/officeDocument/2006/relationships/notesMaster" Target="/ppt/notesMasters/notesMaster1.xml" Id="R718fcf8a2e2545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60b18262b44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2dab5498824d7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69f276e53401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f24857034148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ea9d90c7ea468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7202da789345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A2D8440-C6D7-47D3-BAFB-CC5E3CDE5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BBFB218-AC1E-4DC3-9FEA-4842D6AC735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5A351B4-6007-4334-A7FA-8CCD934AEF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708074-A51C-4C4A-845E-D8B221E5D7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5A508D9-BA38-4582-B2A8-BFB31B0B6C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E33489-AD10-4D73-B66B-B8DAFAF0CE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0C70D93-6984-4D0E-95FE-12DCCC04B5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480C543-37B1-42DF-BBD5-8D02CA33DA5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041653-FBB4-4D08-8C62-87224DB2DD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F434B9-643B-4678-AF03-A5928CF282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3e3bb244f04cc5" /><Relationship Type="http://schemas.openxmlformats.org/officeDocument/2006/relationships/slideLayout" Target="/ppt/slideLayouts/slideLayout1.xml" Id="Rd55e16d3f61748e7" /><Relationship Type="http://schemas.openxmlformats.org/officeDocument/2006/relationships/slideLayout" Target="/ppt/slideLayouts/slideLayout2.xml" Id="Rc581caa0e44b4d5d" /><Relationship Type="http://schemas.openxmlformats.org/officeDocument/2006/relationships/slideLayout" Target="/ppt/slideLayouts/slideLayout3.xml" Id="R971be65b332644f2" /><Relationship Type="http://schemas.openxmlformats.org/officeDocument/2006/relationships/slideLayout" Target="/ppt/slideLayouts/slideLayout4.xml" Id="Ra77f85f873974b65" /><Relationship Type="http://schemas.openxmlformats.org/officeDocument/2006/relationships/slideLayout" Target="/ppt/slideLayouts/slideLayout5.xml" Id="Rcf19a869970c4d4f" /><Relationship Type="http://schemas.openxmlformats.org/officeDocument/2006/relationships/slideLayout" Target="/ppt/slideLayouts/slideLayout6.xml" Id="R66ac5397c0ea4e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5e16d3f61748e7"/>
    <p:sldLayoutId xmlns:r="http://schemas.openxmlformats.org/officeDocument/2006/relationships" id="2147483650" r:id="Rc581caa0e44b4d5d"/>
    <p:sldLayoutId xmlns:r="http://schemas.openxmlformats.org/officeDocument/2006/relationships" id="2147483651" r:id="R971be65b332644f2"/>
    <p:sldLayoutId xmlns:r="http://schemas.openxmlformats.org/officeDocument/2006/relationships" id="2147483652" r:id="Ra77f85f873974b65"/>
    <p:sldLayoutId xmlns:r="http://schemas.openxmlformats.org/officeDocument/2006/relationships" id="2147483653" r:id="Rcf19a869970c4d4f"/>
    <p:sldLayoutId xmlns:r="http://schemas.openxmlformats.org/officeDocument/2006/relationships" id="2147483654" r:id="R66ac5397c0ea4e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811331bce84deb" /><Relationship Type="http://schemas.openxmlformats.org/officeDocument/2006/relationships/notesSlide" Target="/ppt/notesSlides/notesSlide1.xml" Id="R3a27a918277947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3b42398dc0469a" /><Relationship Type="http://schemas.openxmlformats.org/officeDocument/2006/relationships/notesSlide" Target="/ppt/notesSlides/notesSlide2.xml" Id="R240fd14ec74845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898c357f7847f3" /><Relationship Type="http://schemas.openxmlformats.org/officeDocument/2006/relationships/notesSlide" Target="/ppt/notesSlides/notesSlide3.xml" Id="R103a0ff8557a4b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f582df3b541c1" /><Relationship Type="http://schemas.openxmlformats.org/officeDocument/2006/relationships/notesSlide" Target="/ppt/notesSlides/notesSlide4.xml" Id="Ree379cc4ab2c47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62274278004ad5" /><Relationship Type="http://schemas.openxmlformats.org/officeDocument/2006/relationships/notesSlide" Target="/ppt/notesSlides/notesSlide5.xml" Id="Rc8993bff3e294e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07807094114efd" /><Relationship Type="http://schemas.openxmlformats.org/officeDocument/2006/relationships/notesSlide" Target="/ppt/notesSlides/notesSlide6.xml" Id="R4c485e3d5de049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d9e9e6e6c34583" /><Relationship Type="http://schemas.openxmlformats.org/officeDocument/2006/relationships/notesSlide" Target="/ppt/notesSlides/notesSlide7.xml" Id="Rf853bf35ea3d4c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5bce2fcae44296" /><Relationship Type="http://schemas.openxmlformats.org/officeDocument/2006/relationships/notesSlide" Target="/ppt/notesSlides/notesSlide8.xml" Id="R9accc5cd457e4c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5357fc34254455" /><Relationship Type="http://schemas.openxmlformats.org/officeDocument/2006/relationships/notesSlide" Target="/ppt/notesSlides/notesSlide9.xml" Id="Rbb660c0e46804a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7baf247d59402e" /><Relationship Type="http://schemas.openxmlformats.org/officeDocument/2006/relationships/notesSlide" Target="/ppt/notesSlides/notesSlide10.xml" Id="Rdf4c1f01883943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A0E41-C2E8-4FE6-B849-BD1ED06D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2D7AAF-C4DD-4046-9967-B43B5E99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734E4-CC3E-4B4D-AEAF-F1AF589A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4C5A3-7FDC-4B5F-B24B-492EC025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92CD7-1F54-4530-BEA3-9E7859D1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29F82-2BDE-45FA-81E7-C8638F8A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43492-CEB2-46A9-B7EB-51D9D3EF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12396-6905-4674-95AA-DF0987F1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Golden eval and FastAPI packaging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619D6A-DEC6-49A8-A91D-C8D54E68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 repo includes code, tests, reports, corpus and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6288A6-BC37-4E9A-A6E5-02912F5A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9288702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DC63A2-1D57-46BB-8857-A6D1863D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DEED0C-731A-47DA-BEC6-D7B6392B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0FCE23-3606-4E4B-A1BD-8706A473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FF509-AC6A-42E2-AAAD-E067518F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5137C-8B6B-4185-BD02-B14D3ACD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659DF-6511-46BD-B375-D643993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F86F7-A7FA-48B4-B14B-D84B7BEB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F17C6-AF3D-4EB9-8DAE-D8FACF9D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F7AA8-D088-49F8-9368-331BB0EA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774B53-3114-4AFD-839A-794D1DD9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B7B00C-D025-414A-B604-9296C431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902430-9CBA-4583-BE7D-1918ADAE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64FF92-6D11-4D9A-8918-4D4F32FE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43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B1F0D-E4A9-4979-B736-9B27E917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02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F6229-AF89-4340-AE56-02BA0C2B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431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E8576A-746C-4758-BE9D-F6DC1CEE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479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SupportTicket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69FB51-943B-436A-9FED-8E40CC4E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B83B09-ABD1-4BA7-8673-C1B1979B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24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9AE912-E1FF-42F4-A72A-C38CF1AE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670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27E816-88F0-4AB3-BB65-CCDA6286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B03353-DF61-49FA-9642-9F5CE554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145AB-3F24-4A6F-BB28-69818B5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FD62A0-16C2-49B9-9F6D-2D3FDBA8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90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M3-M4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AF305A-7CCB-44EB-8E01-631FB183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Memory, Qdrant index and grounded RAG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5EF728-9A3F-4D10-960C-A250C484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84B545-B94E-4A36-A125-97490391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F28860-CEEA-44B5-8166-79EF51FA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14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M5-M6 orchestration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6D9CE0-6CBC-4520-BF7A-E3ECFA4A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workflow, agents and MCP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606BF0-D452-4E86-A6A3-D81BBFB4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38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E7EF20-921C-4FBB-97C0-F710F0E7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1921BA-6670-4D1F-B594-A78370F7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387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M7-M8 readiness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EB18EA-DE74-493D-A833-063D69AF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435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Tracing, reliability, guardrails and API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BB8946-599E-4795-A4B8-11839F31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18829412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C2A8C3-9190-4051-AC93-C2DA91CE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D670C-F4A4-40D5-8C67-2DB96016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90B7E-8299-4A35-B02F-B8A4B6E1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4553C-19E8-4577-A2D2-EE179856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5FC77-321A-4D10-AF98-2EA0AB9A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8E588-9623-481F-86BA-68799485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8E8F9-5D98-4271-A431-CFFF9E88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F43ED-3140-47BD-86C4-7B2763D2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F1B68E-87D2-49C6-90E0-FFEB7BC5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76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0AA72-76B4-49CD-B06A-4E80C1C1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19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8E1EAE-49B8-4576-9627-A6DD4B4B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C9BD5-6B29-4869-853B-BB93759B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BFA91A-3FA2-47B1-BA56-72A9A664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3BE63-6BE7-4759-8761-776E329B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1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routes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FE7426-947C-4EBE-81D4-9955EADE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86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and refund amount prevent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5B64E7-A674-4BBF-9E8D-DEB29200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3F6EA-FCEA-462E-B868-A3DBCFC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00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153E71-590D-46AC-9C56-82639EA8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43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M3-M4 ground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B7C4E8-3340-48F9-B33C-E3AFBFE2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48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and policy retrieval provide evidence for the answer.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3435DF-E853-4006-BF9C-A253C975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05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7F135A-D5D1-4D4B-9E46-BAF331A1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88B462-6FB2-4490-A0DE-4C5C461B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M5-M8 package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10520B-83E4-4E59-8EC8-19439B70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10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Workflow, agents, tracing, guardrails and API make the case testable.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2FB137-96CB-4188-BD56-246ACD11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18981886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F579EE-A2A1-4A4E-88EF-D84AFE04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70329-B49D-45D9-AE46-A41B23BB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 and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05C95-88F5-4CAA-9B3A-87A8F13E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5FE29-D4EB-431C-99B9-70020F4A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4286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7343B-8EDF-4B1C-AD1F-F6D5E2E2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BE36F-F8DA-41C9-B1B8-FA6AE4A2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95450"/>
            <a:ext cx="3867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7DCC6-89B8-417F-9104-F386A926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0025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SupportTicket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EC453-AAE9-4177-A545-D0B343F6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4286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14BD02-99CD-46A8-83D9-BD6D9AC2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796F3-3185-46C2-9126-D66D1C7F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05150"/>
            <a:ext cx="3867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64558-E07F-40D3-B278-27465512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09950"/>
            <a:ext cx="3867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understanding. Python validates order IDs, amount signals and escalation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3A12F-8879-4DF5-9165-CF6041FE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43050"/>
            <a:ext cx="40005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3949B-950F-4C33-A067-91AED3AB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3657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E2126-B014-4A61-AF53-F39A0FBD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3115DA-CE55-42E4-BB62-912785A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915F63-7B01-481E-B865-E452594D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E56325-EEFA-481B-B0B1-FCDF5F1B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AE9CAC-D3EE-4746-96B6-DDC3C489F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9E46E4-4193-4C8D-8FF6-5C44CBFB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Measured in holdout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B88373-F46F-4651-A913-DA01FF8F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F7ED6C-F326-4D4E-8F9D-7D39A1AB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BAF9D-7241-4F4A-A092-8379E0635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safety signal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057EEF-EF78-4059-8269-BE1255F4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v4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53D827-3E61-40BB-84CF-747F9E1D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B9538A-C0B2-4144-ABDA-39ABA2B1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Committed eval 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DEE0E1-DC65-44A1-9198-BE849CBB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1818334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CDAD76-6EEB-43C2-BCC6-8ACD4651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30DD4-FE5A-4543-9672-0EF2D0F4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06450-C631-4CCE-B7DD-967542C6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D43802-3F40-49AF-83F8-22C8A0AC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0ACF-F217-4D0A-93A2-0DAA510E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47DB3F-4EE1-4B9B-B633-FA99E745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B85A7-0ED3-491E-A344-0358EA9F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parsed ticket into a safe operational decision using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2C003-B24D-45F0-8142-F201D7ED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B2553-1A2D-4EF8-B0BC-719D4417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59DAD0-CD9D-4CE6-9E51-C1B25515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E5400-5320-4A6D-9423-4C29D47A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BCB95E-B079-4285-99FC-A3BED0D2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82FA42-4792-4A07-AC19-5DE15F2D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DE1C53-D24B-48C6-AF58-70995089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735FCA-9C23-450D-93EF-C08C886A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execute=True.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7CCA82-5467-4776-AE68-F877BA16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226D5A-4387-442A-9131-AD800218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B5C96-FEDD-4A6D-90D1-49BF30B4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Example output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2EBDCF-47C6-41D3-9D80-C56DD184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trigger: legal_or_regulatory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executed: false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4C0A64-9194-4596-BD4C-6AC4532B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18699133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CF2081-8127-4417-9876-1D80AED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0F959F-D093-4595-AAE9-AC83A788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memory and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853C8-F9D5-49A3-938F-F2CFF3F9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8FE5C-ACE2-4EFF-A582-7BB9DD1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5E978-FF17-4431-B3F6-1D9DA1D8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0683A-409B-4499-AC59-C46FD95F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memory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85E32-56FE-4525-9087-8F63EAC8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 stores recent tickets, preferences, sentiment, escalation signals and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57E2D-6FD7-4637-9FDC-01A068DA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DABBE5-837D-4B9D-B8C1-929757C53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993C2-DABF-44D1-B2BC-CA25B841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Qdrant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1F5AB6-ACF5-48A7-B73B-4CAC2CDF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Policy chunks are embedded into Qdrant. Cloud is used when keys are present; otherwise local Qdrant keeps evaluation reproducible.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E7C44F-BAB2-4874-B487-73C05671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81150"/>
            <a:ext cx="4000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48E58D-81D1-4D00-B990-04FA85BF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52600"/>
            <a:ext cx="36576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0307B-EA93-4A5C-8EB0-D4E45F5F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00500"/>
            <a:ext cx="4000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459A6D-DAAE-46A2-84D1-EB8F8CB5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0050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C07BB-3F35-4561-99A4-8483CB67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358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Why it matters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12A7A-D5D4-47CF-93EE-06CE08B6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57700"/>
            <a:ext cx="3581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Later agents can use repeat-contact context and retrieve the right returns, shipping or warranty policy chunks.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3C9B15-0F83-45DE-82CD-D44B6545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7267218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7948DF-99D3-4E47-A261-113C5EC8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3E949-6E87-49D8-BDB8-093667D7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2C9E8-E41E-4322-9D82-4AC8101C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45260-8F6B-40C0-A307-30D35C17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66FFB-D393-4989-A1A4-B8FAD6E6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B2DC4-FDB0-48C2-8004-FC15FE4C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Production 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285CC-9156-4050-9B49-5EB90217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 combines Qdrant vector hits with deterministic keyword retrieval and reranking.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728A87-92D2-489E-9CA3-62286FD2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F8818-6B94-44EA-A3A5-DF6971BB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EEC6D-12BA-44B0-A613-DC6D14AD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BC499-1A6B-4383-91C1-45417B76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claims are flagged.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EDC38-6228-4906-8CAC-E5447C76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89026A-BD29-4AB4-A3AD-C768B57E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FDC2A-0C06-4101-95A2-4CB87C02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Example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87C2F5-75AF-47BF-A52E-CD8A892B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Beauty has a 10-day return window. Opened Beauty items cannot be returned for change of mind.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B6C2A-6895-4A7F-AC45-3AA187D3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FED085-A438-4B20-BC60-B777233B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A2E673-D647-4E7A-80D7-DA3A43F3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6FCE4-A784-40E2-98AA-7E94F560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Golden policy cases cover category windows, groceries, legal routing and the refund cap.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E880B3-EA7C-4F71-B13E-F9C38AAE6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13318249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A2180F-CB6F-464F-8ACA-A203BDE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FC9F25-0815-429F-83BB-43F525A8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workflow and 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FB0B4-573F-484A-8DC8-AF99A78C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42FBC-5B54-4B9E-A812-9E69C7F5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5D9ED-CBB8-41F5-8207-8CEBBEA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0CCDA-3EDA-4872-96F6-85504AB6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M5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71DB8-7FF9-4ED4-83C0-BAB15DB4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runs triage, memory, policy check, action planning and conditional routing with SQLite checkpointing.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A478E4-CD96-471A-8D77-5B266F1E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5DBFEA-8B0C-4929-8838-A337154B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6F5031-0D18-4523-BF89-B2C8ED4A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8696DA-7C89-46C2-9355-5F2C8FE7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legal, safety and over-cap cases pause for approval and can resume after a human decision.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3D368F-95D0-4B16-9038-2C25F5CB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6A0A06-5F75-49E9-BC9E-4F66AD9E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4C09BB-B42E-47B9-AECB-9EEC3379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M6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ACBB9F-5E89-440E-8383-FCE97782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Triage, Policy RAG, Order-Actions and Escalation Reviewer agents have visible responsibilities.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094D0-ADBE-44D4-8EE2-889C199A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D29E48-D76E-4813-980C-EC69BD3D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7D7393-FF09-4453-A3F1-06FAD559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tools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C58F5-1098-4C00-8372-7FF13069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Order/refund/shipping APIs run through MCP so the same tools work across chat and email channels.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5FE0FA-DEA6-44D1-9410-D3271C95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17439014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A0BB2-0C75-46C5-AE54-380F3BB7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8390BE-20F9-492F-AF67-ABCF90B9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M7 observability and M8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7829C-0400-4D82-9AB9-C47A65E4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102C2-D7BC-4954-957F-B0016E0F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A2706-9176-4A05-BF50-CF53B24F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63EEA-887A-4A79-B1F0-15EDAEFD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M7 tracing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1EFE8-C8AE-47B1-A845-F0C46977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Each ticket flow records spans for triage, memory, policy RAG, tool calls and escalation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A8E615-E348-4BCE-A4B9-84B1E915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A3E61-EB0F-4DB3-BC76-3CC33413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200E2-56F4-4789-88DC-45AD3ED9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Reliability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EE532-C5E2-405A-9356-A7D383C9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 calls use retry, circuit breaker and human-queue fallback when order systems are flaky.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265032-531F-4B97-AB94-DE523ACC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6C4094-38E3-4F13-A723-81590F78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8146F-8DAC-4302-A795-1D3C6B3A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M8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59BAA-F921-4C71-95A4-08C42B3D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/health and /chat package the assistant for local or evaluator testing.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60590-71B4-40B6-977C-30BD3645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38C20C-1DD6-4986-815F-D3246D5D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CFE5C1-F5B8-4A58-BC1A-D1824C1E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Final guardrails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675FA2-E4B6-4F2A-8390-FA24EEE5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Prompt injection, over-cap auto refunds and ungrounded policy answers are blocked.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3AEDFB-0695-462D-9039-A0E8214D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16532837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2509D0-E6FD-48F9-B505-AAD3F62A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34CA7-03D9-4E5F-9FA0-49BE88FE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and run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AC86A0-2844-4628-BB61-26995BC3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36749-6B72-4B9A-9175-C97AEAFD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D85BAA-9C75-42C6-82A5-137BE19D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3BED8-75EB-4A79-9A6D-015DE9C0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080BA4-A7F8-43E0-93BC-6B76B4F5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E8FA80-E0D4-4785-A33A-56C83364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190D43-2774-45B3-AB6A-F4FE998C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496EF9-D100-456A-88A7-74F4ACCB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20/20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97C67-7960-4F61-ADB9-E6B2C64A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M8 golden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D73B6-14EF-43BE-88B2-54DCA198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Guardrail eval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0B96A8-8D07-43B1-912A-B5F08272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4C579B-B9FF-4E16-9E85-5083824F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Deck 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E2EDD-BD9D-4876-A5B1-B2982489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Slides max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30838E-1A14-404E-91B5-A9DDA8FD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8763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BC77A7-BD65-495F-8FBA-20ABAE64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96C3A-3856-4762-BB3A-F88CF577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624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Evaluator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1CCAD8-2AC5-4CB4-BD8F-E8CC9210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67200"/>
            <a:ext cx="8343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 -q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scripts/run_m8_golden_eval.py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capstone.workbench.app --port 8765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uvicorn capstone.api:app --reload --port 8000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BC29EB-F1F2-45FE-AFCD-D967D4AE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6380083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2026-10-13T14:12:28.0630000Z</dcterms:created>
  <dcterms:modified xsi:type="dcterms:W3CDTF">2026-10-13T14:12:28.0630000Z</dcterms:modified>
</coreProperties>
</file>