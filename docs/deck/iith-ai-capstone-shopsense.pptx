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bffdb3a70247cb" /><Relationship Type="http://schemas.openxmlformats.org/officeDocument/2006/relationships/extended-properties" Target="/docProps/app.xml" Id="R3899c49c2a1846d4" /><Relationship Type="http://schemas.openxmlformats.org/officeDocument/2006/relationships/officeDocument" Target="/ppt/presentation.xml" Id="R8637f602d6da43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e25e1563b74d96"/>
  </p:sldMasterIdLst>
  <p:notesMasterIdLst>
    <p:notesMasterId xmlns:r="http://schemas.openxmlformats.org/officeDocument/2006/relationships" r:id="Rba1687faf38649d7"/>
  </p:notesMasterIdLst>
  <p:sldIdLst>
    <p:sldId xmlns:r="http://schemas.openxmlformats.org/officeDocument/2006/relationships" id="256" r:id="Rf18eb0d628ae4db9"/>
    <p:sldId xmlns:r="http://schemas.openxmlformats.org/officeDocument/2006/relationships" id="257" r:id="Rd9c5a19039de4d06"/>
    <p:sldId xmlns:r="http://schemas.openxmlformats.org/officeDocument/2006/relationships" id="258" r:id="Rbed415a0d0eb4f3c"/>
    <p:sldId xmlns:r="http://schemas.openxmlformats.org/officeDocument/2006/relationships" id="259" r:id="R3bfc3d490bf54f74"/>
    <p:sldId xmlns:r="http://schemas.openxmlformats.org/officeDocument/2006/relationships" id="260" r:id="Rf8731a2819f749be"/>
    <p:sldId xmlns:r="http://schemas.openxmlformats.org/officeDocument/2006/relationships" id="261" r:id="Rcb739580657d4b78"/>
    <p:sldId xmlns:r="http://schemas.openxmlformats.org/officeDocument/2006/relationships" id="262" r:id="Rc68f0e2bca154765"/>
    <p:sldId xmlns:r="http://schemas.openxmlformats.org/officeDocument/2006/relationships" id="263" r:id="Rc3fd622fdf404084"/>
    <p:sldId xmlns:r="http://schemas.openxmlformats.org/officeDocument/2006/relationships" id="264" r:id="R25dd685b6d8f4c2c"/>
    <p:sldId xmlns:r="http://schemas.openxmlformats.org/officeDocument/2006/relationships" id="265" r:id="R8efcf0e3686d49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0f6347995545ba" /><Relationship Type="http://schemas.openxmlformats.org/officeDocument/2006/relationships/slideMaster" Target="/ppt/slideMasters/slideMaster1.xml" Id="Rf3e25e1563b74d96" /><Relationship Type="http://schemas.openxmlformats.org/officeDocument/2006/relationships/notesMaster" Target="/ppt/notesMasters/notesMaster1.xml" Id="Rba1687faf38649d7" /><Relationship Type="http://schemas.openxmlformats.org/officeDocument/2006/relationships/presProps" Target="/ppt/presProps.xml" Id="R210505d02c0a445d" /><Relationship Type="http://schemas.openxmlformats.org/officeDocument/2006/relationships/tableStyles" Target="/ppt/tableStyles.xml" Id="Rb6eef164ace64394" /><Relationship Type="http://schemas.openxmlformats.org/officeDocument/2006/relationships/slide" Target="/ppt/slides/slide1.xml" Id="Rf18eb0d628ae4db9" /><Relationship Type="http://schemas.openxmlformats.org/officeDocument/2006/relationships/slide" Target="/ppt/slides/slide2.xml" Id="Rd9c5a19039de4d06" /><Relationship Type="http://schemas.openxmlformats.org/officeDocument/2006/relationships/slide" Target="/ppt/slides/slide3.xml" Id="Rbed415a0d0eb4f3c" /><Relationship Type="http://schemas.openxmlformats.org/officeDocument/2006/relationships/slide" Target="/ppt/slides/slide4.xml" Id="R3bfc3d490bf54f74" /><Relationship Type="http://schemas.openxmlformats.org/officeDocument/2006/relationships/slide" Target="/ppt/slides/slide5.xml" Id="Rf8731a2819f749be" /><Relationship Type="http://schemas.openxmlformats.org/officeDocument/2006/relationships/slide" Target="/ppt/slides/slide6.xml" Id="Rcb739580657d4b78" /><Relationship Type="http://schemas.openxmlformats.org/officeDocument/2006/relationships/slide" Target="/ppt/slides/slide7.xml" Id="Rc68f0e2bca154765" /><Relationship Type="http://schemas.openxmlformats.org/officeDocument/2006/relationships/slide" Target="/ppt/slides/slide8.xml" Id="Rc3fd622fdf404084" /><Relationship Type="http://schemas.openxmlformats.org/officeDocument/2006/relationships/slide" Target="/ppt/slides/slide9.xml" Id="R25dd685b6d8f4c2c" /><Relationship Type="http://schemas.openxmlformats.org/officeDocument/2006/relationships/slide" Target="/ppt/slides/slide10.xml" Id="R8efcf0e3686d49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981339d160643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57f21fe5ca4399" /><Relationship Type="http://schemas.openxmlformats.org/officeDocument/2006/relationships/notesMaster" Target="/ppt/notesMasters/notesMaster1.xml" Id="R3638d6cf199541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4ea09d05e44724" /><Relationship Type="http://schemas.openxmlformats.org/officeDocument/2006/relationships/notesMaster" Target="/ppt/notesMasters/notesMaster1.xml" Id="Rb9cfed71f4ba45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44005f76f64d3e" /><Relationship Type="http://schemas.openxmlformats.org/officeDocument/2006/relationships/notesMaster" Target="/ppt/notesMasters/notesMaster1.xml" Id="R69180edaeb4e43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576c9a7ccd49cd" /><Relationship Type="http://schemas.openxmlformats.org/officeDocument/2006/relationships/notesMaster" Target="/ppt/notesMasters/notesMaster1.xml" Id="Rf01b96fcf59345e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ec079516af4be2" /><Relationship Type="http://schemas.openxmlformats.org/officeDocument/2006/relationships/notesMaster" Target="/ppt/notesMasters/notesMaster1.xml" Id="R6060764bc4ba40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696153727fd4c62" /><Relationship Type="http://schemas.openxmlformats.org/officeDocument/2006/relationships/notesMaster" Target="/ppt/notesMasters/notesMaster1.xml" Id="Rb91457ddb89e43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8482457e54ce9" /><Relationship Type="http://schemas.openxmlformats.org/officeDocument/2006/relationships/notesMaster" Target="/ppt/notesMasters/notesMaster1.xml" Id="Re4e74548e6284a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e63f83140624b75" /><Relationship Type="http://schemas.openxmlformats.org/officeDocument/2006/relationships/notesMaster" Target="/ppt/notesMasters/notesMaster1.xml" Id="R3306aa8bf91c44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4eb30ed3444dc3" /><Relationship Type="http://schemas.openxmlformats.org/officeDocument/2006/relationships/notesMaster" Target="/ppt/notesMasters/notesMaster1.xml" Id="Rf0c29e27eef8464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3f8c7ba39094d1b" /><Relationship Type="http://schemas.openxmlformats.org/officeDocument/2006/relationships/notesMaster" Target="/ppt/notesMasters/notesMaster1.xml" Id="R9f7998679b6041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4a67a593eb434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dc4de9f19f44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72255cb7be418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a692cf7c904ee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8868ad25d442b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d4ec5437004f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D44DB8-12C3-43D2-8EC5-6A3A2B61D8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1B0ADFD-D662-4366-8DEF-C0165BC2973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76998E2-9588-4180-ABD3-F42A5A647A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25A003-2434-433B-BF31-135728154C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C6E8F01-0F98-4F31-ACFF-761B019D55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D018CC8-3210-4551-913C-08BCE6B7DC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C845DF-12F0-46BE-9E42-CBA21E98DF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FE2F11F-3EDC-4C9F-8ED2-CA60475ECE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28EBF77-C0DD-4B9E-A7E1-E914208D7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9850132-CE9C-46D9-B152-A94BB473F8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89f33239d74d9a" /><Relationship Type="http://schemas.openxmlformats.org/officeDocument/2006/relationships/slideLayout" Target="/ppt/slideLayouts/slideLayout1.xml" Id="R9f77f60dfacb4713" /><Relationship Type="http://schemas.openxmlformats.org/officeDocument/2006/relationships/slideLayout" Target="/ppt/slideLayouts/slideLayout2.xml" Id="R598565d872514df8" /><Relationship Type="http://schemas.openxmlformats.org/officeDocument/2006/relationships/slideLayout" Target="/ppt/slideLayouts/slideLayout3.xml" Id="Rdbecc69410f5489e" /><Relationship Type="http://schemas.openxmlformats.org/officeDocument/2006/relationships/slideLayout" Target="/ppt/slideLayouts/slideLayout4.xml" Id="Rf430c4b91b9f4d62" /><Relationship Type="http://schemas.openxmlformats.org/officeDocument/2006/relationships/slideLayout" Target="/ppt/slideLayouts/slideLayout5.xml" Id="Rfe711e61174c474f" /><Relationship Type="http://schemas.openxmlformats.org/officeDocument/2006/relationships/slideLayout" Target="/ppt/slideLayouts/slideLayout6.xml" Id="R7f7c098ead7142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77f60dfacb4713"/>
    <p:sldLayoutId xmlns:r="http://schemas.openxmlformats.org/officeDocument/2006/relationships" id="2147483650" r:id="R598565d872514df8"/>
    <p:sldLayoutId xmlns:r="http://schemas.openxmlformats.org/officeDocument/2006/relationships" id="2147483651" r:id="Rdbecc69410f5489e"/>
    <p:sldLayoutId xmlns:r="http://schemas.openxmlformats.org/officeDocument/2006/relationships" id="2147483652" r:id="Rf430c4b91b9f4d62"/>
    <p:sldLayoutId xmlns:r="http://schemas.openxmlformats.org/officeDocument/2006/relationships" id="2147483653" r:id="Rfe711e61174c474f"/>
    <p:sldLayoutId xmlns:r="http://schemas.openxmlformats.org/officeDocument/2006/relationships" id="2147483654" r:id="R7f7c098ead7142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9d68fd549c4df2" /><Relationship Type="http://schemas.openxmlformats.org/officeDocument/2006/relationships/notesSlide" Target="/ppt/notesSlides/notesSlide1.xml" Id="Rbc6df93322b04c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3fa43f0b034c42" /><Relationship Type="http://schemas.openxmlformats.org/officeDocument/2006/relationships/notesSlide" Target="/ppt/notesSlides/notesSlide2.xml" Id="R3d2d9a64da3947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64452043e2435f" /><Relationship Type="http://schemas.openxmlformats.org/officeDocument/2006/relationships/notesSlide" Target="/ppt/notesSlides/notesSlide3.xml" Id="R608fa638ee2642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6b899d30394b5b" /><Relationship Type="http://schemas.openxmlformats.org/officeDocument/2006/relationships/notesSlide" Target="/ppt/notesSlides/notesSlide4.xml" Id="R92f87b92cb49413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b407215118437a" /><Relationship Type="http://schemas.openxmlformats.org/officeDocument/2006/relationships/notesSlide" Target="/ppt/notesSlides/notesSlide5.xml" Id="R3b54989108964f0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e1671ea26b4cc3" /><Relationship Type="http://schemas.openxmlformats.org/officeDocument/2006/relationships/notesSlide" Target="/ppt/notesSlides/notesSlide6.xml" Id="Rf14bbb6d235645f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c48d92111940b9" /><Relationship Type="http://schemas.openxmlformats.org/officeDocument/2006/relationships/notesSlide" Target="/ppt/notesSlides/notesSlide7.xml" Id="R6789feb59b414e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f41007b94354bda" /><Relationship Type="http://schemas.openxmlformats.org/officeDocument/2006/relationships/notesSlide" Target="/ppt/notesSlides/notesSlide8.xml" Id="R990c5cd4b17d481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b14020063a4e3a" /><Relationship Type="http://schemas.openxmlformats.org/officeDocument/2006/relationships/notesSlide" Target="/ppt/notesSlides/notesSlide9.xml" Id="R2d4e1a33f83f4ce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28547a00084c96" /><Relationship Type="http://schemas.openxmlformats.org/officeDocument/2006/relationships/notesSlide" Target="/ppt/notesSlides/notesSlide10.xml" Id="Re9bd2646b1574e4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68233-B3C1-43E8-8245-2DCB9E90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9EF013-A399-42FC-9391-6C31699E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19B43E-8109-4511-AB7B-537DCF83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6782A-041E-4D88-8463-905C937D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999644-676B-4B9F-B496-C266AB88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43D01B-7D01-412C-B5AC-D109DE16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94920D-AC2E-4BE7-899A-C70AE1A1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37C53-AEBF-457B-9887-D082693A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External cloud demo verified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3B42F-897E-4DDB-8A59-343151A9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Groq, Qdrant Cloud and Langfuse configured through .env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4500C3-2E25-4DCF-A086-F1C70AB5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20687871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132DEF-5693-4F6B-AF9A-97A49FF0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F8D183-12C4-42C3-BAEA-C34A6B0B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Problem and milestone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01AE4-F48C-48E8-B731-825622DE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57EC2E-0F67-49C5-ADF8-AD4E5906A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343068-3657-487F-B30E-3BA052E4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DD0D5-0CCB-4C75-BB76-D4E43E47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D3A344-7CB8-4E24-8010-CDD56836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Retail support receives refund, shipping, warranty and escalation tickets with messy customer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61D06E-1DBF-4E21-9C2E-7FB42ADBD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56B42F-4809-4B53-B5E4-5B61B8E4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AF8D7-3B76-4C5B-BC00-F5C5991AE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861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System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8B2EDC-9A9B-42FC-ADD6-BAA1A835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Parse tickets, choose safe actions, remember customer context and answer policy questions from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E7D080-729D-4734-A325-AA5D5CF3A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85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Milestone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F7BFB-352B-4A46-B9FA-2A8D49AC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431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FF008B-E225-49BC-8FD2-2C12F199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002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2D717-3C58-412C-894C-63727271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9431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DF74FD-6A1C-41A8-AB71-5015BEC9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2479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Raw message to validated SupportTicket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26B40C-2EC5-4976-AA73-7767B8A2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3572A6-985D-4717-95B4-5136E917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241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89A413-7541-4348-A2CF-5FF18D08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670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35FD47-5733-4405-950A-C26F1B43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718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Tool-backed action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5A76C8-3ADE-43C1-A6AD-95E60131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90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6BD32C-FE8C-4105-9D1C-E58DA52A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D34F7F-0FCA-4C18-AE78-2AB2CB560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909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M3-M4 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41CA34-4174-45B1-9FC0-8CE382D6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957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Memory, Qdrant index and grounded RAG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03A995-3980-4E4A-87B4-4C9DAE50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3E1939-BEDE-4D25-8870-71970404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71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00B663-8223-412D-8EA8-B1CDA6F19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148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M5-M6 orchestration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E18706-5043-49A7-AD28-4038BA1D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96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workflow, agents and MCP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BAD4AB-03DE-4D43-ADB8-FE0858A5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38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81444C-667A-49E2-9E32-9353D1A6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958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05B41F-C6B4-4CCF-96B2-9343E3B0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387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M7-M8 readiness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24B189-F1CD-4074-A7DF-49F60502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1435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Tracing, reliability, guardrails and API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28DAC22-A3FD-4EF4-9BA8-4DFCE1CC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7494740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DBCD23-A831-46A6-8247-5BD0402A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6B968-67FF-4E86-8D7F-166F9BEC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B50D44-222A-452E-B2F6-1AA96EC3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CC3DB5-1D2C-48D1-9FAE-F0A0C4EB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10287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5F414-8B89-4B32-A83F-F830CCE4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ED14E7-2506-4108-8956-C55B267C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986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0D16C6-95BF-4700-8B34-4D4B9FE1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986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4 days late. The customer demands a 6,499 INR refund and mentions the National Consumer Helpline.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B0081C-9F60-4C40-9CF2-48195CF90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8B36D-441C-4C9B-BB1F-AB3CC3302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76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2E0AC-C84A-4C04-B4A4-CE82D970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819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parses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77C288-7F25-49CA-B4F6-11E21344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24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Extracts refund request, order ID, angry sentiment, amount and escalation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9DBB3-2FC8-4706-8CA7-9076ECBE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81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C22DCA-F97F-434A-BFB7-8594F8FA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01E17A-CEB0-4F03-90F4-624FD1EA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1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routes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58A41D-2F4A-436D-874A-2CC1AB79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886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Legal language and refund amount prevent automatic refund.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28B6C2-EABE-4123-9209-379C16BC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43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AE57FC-70E4-43DD-ABD0-4FBE9462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00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D3426A-361D-45B7-BC3A-4658C02E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43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M3-M4 ground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0613EE-5614-46FC-914C-677FF2A28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48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 and policy retrieval provide evidence for the answer.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71A142-5837-4421-A212-F2E4F989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05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9E06CC-D7A1-44BE-8E9F-9B2D37E4B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62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4CC354-B417-4878-BAD1-B8579A594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05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M5-M8 package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D3257E-8498-4E13-A7E1-08EA4A13F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10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Workflow, agents, tracing, guardrails and API make the case testable.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31EEE1-2675-4517-8753-AD48041F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2415067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DABB01-6CCE-4571-91E0-1FA92010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C83B9-7D5B-4458-8CCC-9AED830B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 and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39813F-152D-403D-85C4-73242AE0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AEB3B-8E36-4FDF-987B-0E9194A8B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43050"/>
            <a:ext cx="4286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989791-FFB2-4EDA-851F-F42ECE0E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4305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34E4D-DC06-4B47-97B8-31415428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95450"/>
            <a:ext cx="3867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M1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E1D1EF-0210-4026-8DA9-AA132868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00250"/>
            <a:ext cx="38671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raw customer text into a validated Pydantic SupportTicket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30A7C6-0736-4F51-AE6F-FC464070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4286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9D24F-8135-4633-84AB-B25AA4BB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8D0CED-7292-4802-AE71-543D7E93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05150"/>
            <a:ext cx="3867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LLM 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F02E6-4C12-4E28-87FC-BBDA543D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09950"/>
            <a:ext cx="3867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LLM handles language understanding. Python validates order IDs, amount signals and escalation fields.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CF7AE1-5533-4A94-BB53-23DF5B7C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543050"/>
            <a:ext cx="400050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B2FD4F-DCA1-4A23-92CC-B74332DE4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365760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[...]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8DA65-55D4-4FFE-90CE-6C9007BC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70EA02-C746-4C88-B982-DEBBA60D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863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55BF84-2923-46E2-A4E4-49A53D9C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721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A6A90-6157-4CA7-B1D6-5D993BE7D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629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FFF83D-6C26-4CF5-B38E-A7180C93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863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B872D5-6B9A-4AF4-AF68-3224EC40C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721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Measured in holdout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51F4E2-4F74-4130-8FA5-3E7001AD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629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32B08F-E20C-4FDF-8B3A-00747E9C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0863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A62EE-4FA0-40CD-BF00-23A42E52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53721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Strong safety signal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7CC7A4-7399-4159-A369-15F282D4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29150"/>
            <a:ext cx="190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v4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62796E-3B42-4696-81DE-A46C5F41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863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Report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BECB2A-970C-46C0-BEDD-021E5AA34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3721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Committed eval 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FF89EF-1D40-4639-95EB-EFFF27DA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811838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C65A8F-3263-45EB-BDEF-9162E201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EB33D8-0870-442E-AD5E-15AD8973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B723E8-31F4-48C9-8A6A-EBD7DAD6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99B3B8-3289-4542-AECC-395D6322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65761-9A3A-414C-84EA-92BA58BE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24BC9-DE26-4296-9213-86D5B1E2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M2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3407B-EBA1-458D-AEE5-27ADB0D8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Converts the parsed ticket into a safe operational decision using tools and policy 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63DC9-9927-43C2-8E97-CDDA6B99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D52FEB-BFE9-4155-AA77-06A02152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05658A-FE08-4DCC-82C2-6DBE98AD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443736-A84F-4BBB-9499-0760A47E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shipment tracking, refund calculation, refund API, replacement API and human queue.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3DA05A-D124-4744-8985-91888B99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D595BC-3388-4355-91E3-12199734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1682C9-B948-4F6F-81A2-C6115A14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Guardrail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B639AF-3560-469C-AD06-565E1AF8B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Mutable actions are proposal-only unless execute=True. High-value refunds and legal issues route to humans.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B6BE3-D3FA-4AE4-BC61-FA69C475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68C706-C648-4013-AC3D-F690A5F9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23DD84-B768-4143-AF76-30B9A8E8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Example output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D4457-4C05-43AD-B144-8C411ADD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trigger: legal_or_regulatory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executed: false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76D188-289C-4086-83E7-F601AA64C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17632606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E88B43-C1DC-4800-877A-85DFB1B9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799D5E-0CE3-42DB-9AFC-F4B5F029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memory and policy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58566-F6F3-43C8-9E94-6E194DE8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4AE1D-D29D-43F7-B00F-BFC35BDE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42995-CD39-4386-9E26-DDF34CC2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A80339-BB5E-4E5A-B0A5-18999F924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memory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995DA-EFCE-4A78-9D9C-C4AF0208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One JSON file per customer stores recent tickets, preferences, sentiment, escalation signals and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49427-EC1B-483D-83B8-CC70321D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2C4424-803F-4F38-9FF2-C643F24C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455EA9-EB3C-499E-9324-F509859A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Qdrant Cloud index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80B708-264D-4250-B246-04EE67EC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Policy chunks are embedded into Qdrant Cloud for the strict real demo. Each hit includes document, source file and chunk citation.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CD458E-877F-462F-B967-3078D047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81150"/>
            <a:ext cx="40005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F9E7E3-85CD-4C5F-B54E-139D594D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752600"/>
            <a:ext cx="36576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customer_ref: KW-C-00285,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ticket_count: 1,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recent_tickets: [{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E99814-1CD4-4CF9-939A-25E8B95C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00500"/>
            <a:ext cx="4000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EAECF9-5209-45D7-98D7-1CEC6A094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00500"/>
            <a:ext cx="6667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CCC41-6FB0-46B1-A18E-3DFD16BE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358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Why it matters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ADDFA1-E729-4A79-95DB-68D392301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57700"/>
            <a:ext cx="3581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Later agents can use repeat-contact context and retrieve the right returns, shipping or warranty policy chunks.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DCA18E-6D02-4F18-B4B7-E4855366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21378614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A3E5F3-079D-4D24-8894-729D0846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534C16-E8F8-467A-8757-45E558A3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E1921-125E-4599-8E51-6358156F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50F107-D485-43D8-AE47-570F1C98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232A36-F2BC-41F7-BADF-B3F3A890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842009-478B-4C6A-9F50-C5B37635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Production RAG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BA94A5-4D7D-4A92-BC2F-DC0C67A6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Hybrid retrieval combines Qdrant vector hits with deterministic keyword retrieval and reranking.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F757D-B491-487C-AF36-D01400695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4F1B41-146D-4F93-A2F2-DF2D09A2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9E3F4C-6A26-4211-939B-F27115FC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check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964C5A-20D5-48EC-BBBA-FD1EB6E4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claims are flagged.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8EA7F3-9F86-4B0B-99E2-8B091BCA6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7F616F-D332-4DA6-A1BF-EEFA10E8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DF2EC6-855A-4FBE-A817-4E19A4CE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Example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A061A8-3A9B-4D51-BB8F-60CB1B3C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Beauty has a 10-day return window. Opened Beauty items cannot be returned for change of mind.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10D451-0528-4D76-A1DB-625F254E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455621-E4DB-4460-8320-7676B9F1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5879BD-533C-4226-A7A7-131FF7D5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8CE9CA-B6C0-4DBD-B1CB-2EAD31D6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Golden policy cases cover category windows, groceries, legal routing and the refund cap.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8D931B-4382-4400-803B-8F64ED9A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11890313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0896CC-3A82-47D5-91FC-6847599A8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26BBF-B9F2-4E78-A996-FB5C7A117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workflow and M6 multi-agent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60BE5-33EC-4E56-92C0-CAFBDD27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75516-CA00-485B-BE88-2E098FDA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18CFB2-BB0A-481E-8342-3C4904B7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E50B9-A821-4B2E-8E89-C0292B8CE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M5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21236-9CA1-481F-B8AA-09491AEB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runs triage, memory, policy check, action planning and conditional routing with SQLite checkpointing.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1C2EF0-3B8F-4B99-BD61-16622903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0EC19-EC27-4BCA-A004-32774ECC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C4144C-B972-47EC-8512-017E0117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Human interrupt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D50CB2-6F55-4AC8-B523-7CA929A0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Angry, legal, safety and over-cap cases pause for approval and can resume after a human decision.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F02341-8967-4853-AD15-1656343EF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DC826A-FC4B-46F4-9185-29F368B7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8A07B1-342A-40CD-8DC0-E224A248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M6 agents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07410-5A07-484B-89F9-402FB6D0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Triage, Policy RAG, Order-Actions and Escalation Reviewer agents have visible responsibilities.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B06E23-D81C-4472-9734-5A7A7461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443FC9-3F25-4162-B549-685F9E77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1842A4-93A2-4528-A641-C755A0F8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tools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C53C29-413A-427D-AAF8-E76B18B5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Order/refund/shipping APIs run through MCP so the same tools work across chat and email channels.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5E4098-B329-4C99-A7DF-1B758116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124503626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881417-8989-4CD0-AED1-82273E3F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DA0761-A6FA-47E1-8FF2-88DB30950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M7 observability and M8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23590-2CA3-4CB0-A677-B8B5E1B9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FD2382-3664-4D6A-AD1A-2B42F817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02EBA-E2CD-4611-B030-D42F5D48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A39E4F-2373-40A4-AF1C-7A5B3043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M7 Langfuse tracing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15A933-7AFC-4D69-BB6B-1676D1CAF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Each ticket flow records spans for triage, memory, policy RAG, tool calls and escalation review. The real demo sends traces to Langfuse.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813E2-1BAA-4C2B-B2DE-D704E75A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77924-524A-4A7B-B823-72D74666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1B7C74-8640-4718-8C52-15E755C4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Reliability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F588C5-C6F1-4FBC-915B-2DFF41E9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 calls use retry, circuit breaker and human-queue fallback when order systems are flaky.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01F10-8A4A-49E0-8710-61E4B92D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D7709-2A27-47E3-B7D3-B74130F7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9E2083-42C2-4756-805F-5CDFCA84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M8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62A880-296D-42CA-BCF8-94548488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/health and /chat package the assistant. The real demo sends raw text through /chat and returns HTTP 200.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849186-EFFB-42C9-9E27-D1149484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2FB93B-19CF-4B6C-A8B5-CD6E1549B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242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6F3F76-94A6-4B31-B6E0-99E9B3AC1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766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Final guardrails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38664-EB41-4EED-9C9C-56D0A8A7B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8140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Prompt injection, over-cap auto refunds and ungrounded policy answers are blocked.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EED1C-B332-4CB6-939C-48570BE0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6557028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9262B3-E451-47BA-832D-A049A618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3D3BC7-FCC9-4254-BD5C-87D20397E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and run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BF961-0294-4425-9415-5E9042FA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451BF-5B53-4836-A43C-821C55EF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82EDD-2E8B-4AA7-82E6-28D5A35F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13EB24-A7B5-4D98-9490-5FF04FBB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FE019-DC46-4CFB-8288-96658B4B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F50635-A13F-440F-87A3-C5569430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09DBF9-C752-4FD1-A8C5-84B7D5A0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288094-C9DF-4241-A97F-E3B92FD6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20/20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402D0-FD65-4E84-A185-74124C24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M8 golden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40A06-403A-4E17-916C-49C330AE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Guardrail eval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6D4E59-3AEA-4387-A6A4-3F1FF059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811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69E0C-FE3C-4D0E-9678-797A3AFE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38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Deck 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0FBDC-11D1-4922-8259-36662E71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241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Slides max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3E3BB7-AE28-41D5-B9DB-D93CBA39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87630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E4DBDF-BBAC-40E0-B9D9-A03BB5F24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84ED41-AD50-45D0-848A-0050D3900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624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Evaluator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BDDE8-0AEE-49C6-B010-0278E019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267200"/>
            <a:ext cx="8343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cp .env.example .env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# add Groq, Qdrant Cloud and Langfuse keys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.venv/bin/python demo_milestones.py --real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 -q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scripts/run_m8_golden_eval.py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7253A0-5268-4EB3-A112-3FF18D24D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2612968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2026-10-13T15:48:03.2640000Z</dcterms:created>
  <dcterms:modified xsi:type="dcterms:W3CDTF">2026-10-13T15:48:03.2640000Z</dcterms:modified>
</coreProperties>
</file>